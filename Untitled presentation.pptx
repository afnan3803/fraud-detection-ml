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IBM Plex Sans"/>
      <p:regular r:id="rId18"/>
      <p:bold r:id="rId19"/>
      <p:italic r:id="rId20"/>
      <p:boldItalic r:id="rId21"/>
    </p:embeddedFont>
    <p:embeddedFont>
      <p:font typeface="IBM Plex Sans Light"/>
      <p:regular r:id="rId22"/>
      <p:bold r:id="rId23"/>
      <p:italic r:id="rId24"/>
      <p:boldItalic r:id="rId25"/>
    </p:embeddedFont>
    <p:embeddedFont>
      <p:font typeface="IBM Plex Sans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italic.fntdata"/><Relationship Id="rId22" Type="http://schemas.openxmlformats.org/officeDocument/2006/relationships/font" Target="fonts/IBMPlexSansLight-regular.fntdata"/><Relationship Id="rId21" Type="http://schemas.openxmlformats.org/officeDocument/2006/relationships/font" Target="fonts/IBMPlexSans-boldItalic.fntdata"/><Relationship Id="rId24" Type="http://schemas.openxmlformats.org/officeDocument/2006/relationships/font" Target="fonts/IBMPlexSansLight-italic.fntdata"/><Relationship Id="rId23" Type="http://schemas.openxmlformats.org/officeDocument/2006/relationships/font" Target="fonts/IBMPlexSans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Medium-regular.fntdata"/><Relationship Id="rId25" Type="http://schemas.openxmlformats.org/officeDocument/2006/relationships/font" Target="fonts/IBMPlexSansLight-boldItalic.fntdata"/><Relationship Id="rId28" Type="http://schemas.openxmlformats.org/officeDocument/2006/relationships/font" Target="fonts/IBMPlexSansMedium-italic.fntdata"/><Relationship Id="rId27" Type="http://schemas.openxmlformats.org/officeDocument/2006/relationships/font" Target="fonts/IBMPlexSans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bold.fntdata"/><Relationship Id="rId18" Type="http://schemas.openxmlformats.org/officeDocument/2006/relationships/font" Target="fonts/IBMPlex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6a7e162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e6a7e162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6a7e1620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6a7e1620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6a7e1620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6a7e1620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e6a7e1620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e6a7e1620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e6a7e1620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e6a7e1620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6a7e1620a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6a7e1620a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6a7e1620a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6a7e1620a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6a7e1620a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6a7e1620a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6a7e1620a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e6a7e1620a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6a7e1620a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e6a7e1620a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e6a7e1620a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e6a7e1620a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e6a7e1620a_0_9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e6a7e1620a_0_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11" name="Google Shape;11;p2"/>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2" name="Google Shape;12;p2"/>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3" name="Google Shape;13;p2"/>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cxnSp>
        <p:nvCxnSpPr>
          <p:cNvPr id="14" name="Google Shape;14;p2"/>
          <p:cNvCxnSpPr/>
          <p:nvPr/>
        </p:nvCxnSpPr>
        <p:spPr>
          <a:xfrm>
            <a:off x="-3700" y="3178475"/>
            <a:ext cx="9144000" cy="0"/>
          </a:xfrm>
          <a:prstGeom prst="straightConnector1">
            <a:avLst/>
          </a:prstGeom>
          <a:noFill/>
          <a:ln cap="flat" cmpd="sng" w="9525">
            <a:solidFill>
              <a:schemeClr val="accent1"/>
            </a:solidFill>
            <a:prstDash val="solid"/>
            <a:round/>
            <a:headEnd len="med" w="med" type="none"/>
            <a:tailEnd len="med" w="med" type="none"/>
          </a:ln>
        </p:spPr>
      </p:cxnSp>
      <p:cxnSp>
        <p:nvCxnSpPr>
          <p:cNvPr id="15" name="Google Shape;15;p2"/>
          <p:cNvCxnSpPr/>
          <p:nvPr/>
        </p:nvCxnSpPr>
        <p:spPr>
          <a:xfrm>
            <a:off x="-3700" y="4555450"/>
            <a:ext cx="9144000" cy="0"/>
          </a:xfrm>
          <a:prstGeom prst="straightConnector1">
            <a:avLst/>
          </a:prstGeom>
          <a:noFill/>
          <a:ln cap="flat" cmpd="sng" w="9525">
            <a:solidFill>
              <a:schemeClr val="accent1"/>
            </a:solidFill>
            <a:prstDash val="solid"/>
            <a:round/>
            <a:headEnd len="med" w="med" type="none"/>
            <a:tailEnd len="med" w="med" type="none"/>
          </a:ln>
        </p:spPr>
      </p:cxnSp>
      <p:sp>
        <p:nvSpPr>
          <p:cNvPr id="16" name="Google Shape;16;p2"/>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7" name="Google Shape;17;p2"/>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8" name="Google Shape;18;p2"/>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9" name="Google Shape;19;p2"/>
          <p:cNvSpPr txBox="1"/>
          <p:nvPr>
            <p:ph type="title"/>
          </p:nvPr>
        </p:nvSpPr>
        <p:spPr>
          <a:xfrm>
            <a:off x="436725" y="713744"/>
            <a:ext cx="4182300" cy="1726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20" name="Google Shape;20;p2"/>
          <p:cNvSpPr txBox="1"/>
          <p:nvPr>
            <p:ph idx="1" type="subTitle"/>
          </p:nvPr>
        </p:nvSpPr>
        <p:spPr>
          <a:xfrm>
            <a:off x="436725" y="4683700"/>
            <a:ext cx="4346700" cy="2286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cxnSp>
        <p:nvCxnSpPr>
          <p:cNvPr id="21" name="Google Shape;21;p2"/>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2" name="Google Shape;22;p2"/>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3" name="Google Shape;23;p2"/>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24" name="Shape 24"/>
        <p:cNvGrpSpPr/>
        <p:nvPr/>
      </p:nvGrpSpPr>
      <p:grpSpPr>
        <a:xfrm>
          <a:off x="0" y="0"/>
          <a:ext cx="0" cy="0"/>
          <a:chOff x="0" y="0"/>
          <a:chExt cx="0" cy="0"/>
        </a:xfrm>
      </p:grpSpPr>
      <p:sp>
        <p:nvSpPr>
          <p:cNvPr id="25" name="Google Shape;25;p3"/>
          <p:cNvSpPr txBox="1"/>
          <p:nvPr>
            <p:ph type="title"/>
          </p:nvPr>
        </p:nvSpPr>
        <p:spPr>
          <a:xfrm>
            <a:off x="436725" y="457200"/>
            <a:ext cx="7690800" cy="5877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cxnSp>
        <p:nvCxnSpPr>
          <p:cNvPr id="26" name="Google Shape;26;p3"/>
          <p:cNvCxnSpPr/>
          <p:nvPr/>
        </p:nvCxnSpPr>
        <p:spPr>
          <a:xfrm>
            <a:off x="-9" y="1798332"/>
            <a:ext cx="9166500" cy="0"/>
          </a:xfrm>
          <a:prstGeom prst="straightConnector1">
            <a:avLst/>
          </a:prstGeom>
          <a:noFill/>
          <a:ln cap="flat" cmpd="sng" w="9525">
            <a:solidFill>
              <a:schemeClr val="accent1"/>
            </a:solidFill>
            <a:prstDash val="solid"/>
            <a:round/>
            <a:headEnd len="med" w="med" type="none"/>
            <a:tailEnd len="med" w="med" type="none"/>
          </a:ln>
        </p:spPr>
      </p:cxnSp>
      <p:sp>
        <p:nvSpPr>
          <p:cNvPr id="27" name="Google Shape;27;p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8" name="Google Shape;28;p3"/>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9" name="Google Shape;29;p3"/>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0" name="Google Shape;30;p3"/>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lt2"/>
        </a:solidFill>
      </p:bgPr>
    </p:bg>
    <p:spTree>
      <p:nvGrpSpPr>
        <p:cNvPr id="31" name="Shape 31"/>
        <p:cNvGrpSpPr/>
        <p:nvPr/>
      </p:nvGrpSpPr>
      <p:grpSpPr>
        <a:xfrm>
          <a:off x="0" y="0"/>
          <a:ext cx="0" cy="0"/>
          <a:chOff x="0" y="0"/>
          <a:chExt cx="0" cy="0"/>
        </a:xfrm>
      </p:grpSpPr>
      <p:sp>
        <p:nvSpPr>
          <p:cNvPr id="32" name="Google Shape;32;p4"/>
          <p:cNvSpPr txBox="1"/>
          <p:nvPr>
            <p:ph idx="1" type="subTitle"/>
          </p:nvPr>
        </p:nvSpPr>
        <p:spPr>
          <a:xfrm>
            <a:off x="436725"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3" name="Google Shape;33;p4"/>
          <p:cNvSpPr txBox="1"/>
          <p:nvPr>
            <p:ph type="title"/>
          </p:nvPr>
        </p:nvSpPr>
        <p:spPr>
          <a:xfrm>
            <a:off x="436725" y="457200"/>
            <a:ext cx="82302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34" name="Google Shape;34;p4"/>
          <p:cNvSpPr txBox="1"/>
          <p:nvPr>
            <p:ph idx="2" type="subTitle"/>
          </p:nvPr>
        </p:nvSpPr>
        <p:spPr>
          <a:xfrm>
            <a:off x="3527938"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5" name="Google Shape;35;p4"/>
          <p:cNvSpPr txBox="1"/>
          <p:nvPr>
            <p:ph idx="3" type="subTitle"/>
          </p:nvPr>
        </p:nvSpPr>
        <p:spPr>
          <a:xfrm>
            <a:off x="6461650"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6" name="Google Shape;36;p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37" name="Google Shape;37;p4"/>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38" name="Google Shape;38;p4"/>
          <p:cNvSpPr txBox="1"/>
          <p:nvPr>
            <p:ph idx="4"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9" name="Google Shape;39;p4"/>
          <p:cNvSpPr txBox="1"/>
          <p:nvPr>
            <p:ph idx="5"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40" name="Google Shape;40;p4"/>
          <p:cNvSpPr txBox="1"/>
          <p:nvPr>
            <p:ph idx="6" type="body"/>
          </p:nvPr>
        </p:nvSpPr>
        <p:spPr>
          <a:xfrm>
            <a:off x="43672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41" name="Google Shape;41;p4"/>
          <p:cNvSpPr txBox="1"/>
          <p:nvPr>
            <p:ph idx="7" type="body"/>
          </p:nvPr>
        </p:nvSpPr>
        <p:spPr>
          <a:xfrm>
            <a:off x="352802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42" name="Google Shape;42;p4"/>
          <p:cNvSpPr txBox="1"/>
          <p:nvPr>
            <p:ph idx="8" type="body"/>
          </p:nvPr>
        </p:nvSpPr>
        <p:spPr>
          <a:xfrm>
            <a:off x="646157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43" name="Shape 43"/>
        <p:cNvGrpSpPr/>
        <p:nvPr/>
      </p:nvGrpSpPr>
      <p:grpSpPr>
        <a:xfrm>
          <a:off x="0" y="0"/>
          <a:ext cx="0" cy="0"/>
          <a:chOff x="0" y="0"/>
          <a:chExt cx="0" cy="0"/>
        </a:xfrm>
      </p:grpSpPr>
      <p:sp>
        <p:nvSpPr>
          <p:cNvPr id="44" name="Google Shape;44;p5"/>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45" name="Google Shape;45;p5"/>
          <p:cNvSpPr txBox="1"/>
          <p:nvPr>
            <p:ph type="title"/>
          </p:nvPr>
        </p:nvSpPr>
        <p:spPr>
          <a:xfrm>
            <a:off x="436725" y="647525"/>
            <a:ext cx="27180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46" name="Google Shape;46;p5"/>
          <p:cNvSpPr txBox="1"/>
          <p:nvPr>
            <p:ph idx="1" type="subTitle"/>
          </p:nvPr>
        </p:nvSpPr>
        <p:spPr>
          <a:xfrm>
            <a:off x="6444950" y="7282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47" name="Google Shape;47;p5"/>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cxnSp>
        <p:nvCxnSpPr>
          <p:cNvPr id="48" name="Google Shape;48;p5"/>
          <p:cNvCxnSpPr/>
          <p:nvPr/>
        </p:nvCxnSpPr>
        <p:spPr>
          <a:xfrm rot="10800000">
            <a:off x="1390200" y="4326200"/>
            <a:ext cx="7753800" cy="0"/>
          </a:xfrm>
          <a:prstGeom prst="straightConnector1">
            <a:avLst/>
          </a:prstGeom>
          <a:noFill/>
          <a:ln cap="flat" cmpd="sng" w="9525">
            <a:solidFill>
              <a:schemeClr val="lt2"/>
            </a:solidFill>
            <a:prstDash val="solid"/>
            <a:round/>
            <a:headEnd len="med" w="med" type="none"/>
            <a:tailEnd len="med" w="med" type="none"/>
          </a:ln>
        </p:spPr>
      </p:cxnSp>
      <p:sp>
        <p:nvSpPr>
          <p:cNvPr id="49" name="Google Shape;49;p5"/>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50" name="Google Shape;50;p5"/>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51" name="Google Shape;51;p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52" name="Google Shape;52;p5"/>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53" name="Google Shape;53;p5"/>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54" name="Google Shape;54;p5"/>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55" name="Google Shape;55;p5"/>
          <p:cNvSpPr txBox="1"/>
          <p:nvPr>
            <p:ph idx="4" type="subTitle"/>
          </p:nvPr>
        </p:nvSpPr>
        <p:spPr>
          <a:xfrm>
            <a:off x="6444950" y="12352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6" name="Google Shape;56;p5"/>
          <p:cNvSpPr txBox="1"/>
          <p:nvPr>
            <p:ph idx="5" type="subTitle"/>
          </p:nvPr>
        </p:nvSpPr>
        <p:spPr>
          <a:xfrm>
            <a:off x="6444950" y="17421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7" name="Google Shape;57;p5"/>
          <p:cNvSpPr txBox="1"/>
          <p:nvPr>
            <p:ph idx="6" type="subTitle"/>
          </p:nvPr>
        </p:nvSpPr>
        <p:spPr>
          <a:xfrm>
            <a:off x="6444950" y="22491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8" name="Google Shape;58;p5"/>
          <p:cNvSpPr txBox="1"/>
          <p:nvPr>
            <p:ph idx="7" type="subTitle"/>
          </p:nvPr>
        </p:nvSpPr>
        <p:spPr>
          <a:xfrm>
            <a:off x="6444950" y="27560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9" name="Google Shape;59;p5"/>
          <p:cNvSpPr txBox="1"/>
          <p:nvPr>
            <p:ph idx="8" type="subTitle"/>
          </p:nvPr>
        </p:nvSpPr>
        <p:spPr>
          <a:xfrm>
            <a:off x="6444950" y="32630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0" name="Google Shape;60;p5"/>
          <p:cNvSpPr txBox="1"/>
          <p:nvPr>
            <p:ph idx="9" type="subTitle"/>
          </p:nvPr>
        </p:nvSpPr>
        <p:spPr>
          <a:xfrm>
            <a:off x="6080700" y="7282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1" name="Google Shape;61;p5"/>
          <p:cNvSpPr txBox="1"/>
          <p:nvPr>
            <p:ph idx="13" type="subTitle"/>
          </p:nvPr>
        </p:nvSpPr>
        <p:spPr>
          <a:xfrm>
            <a:off x="6080700" y="12352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2" name="Google Shape;62;p5"/>
          <p:cNvSpPr txBox="1"/>
          <p:nvPr>
            <p:ph idx="14" type="subTitle"/>
          </p:nvPr>
        </p:nvSpPr>
        <p:spPr>
          <a:xfrm>
            <a:off x="6080700" y="17421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3" name="Google Shape;63;p5"/>
          <p:cNvSpPr txBox="1"/>
          <p:nvPr>
            <p:ph idx="15" type="subTitle"/>
          </p:nvPr>
        </p:nvSpPr>
        <p:spPr>
          <a:xfrm>
            <a:off x="6080700" y="22491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4" name="Google Shape;64;p5"/>
          <p:cNvSpPr txBox="1"/>
          <p:nvPr>
            <p:ph idx="16" type="subTitle"/>
          </p:nvPr>
        </p:nvSpPr>
        <p:spPr>
          <a:xfrm>
            <a:off x="6080700" y="27560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5" name="Google Shape;65;p5"/>
          <p:cNvSpPr txBox="1"/>
          <p:nvPr>
            <p:ph idx="17" type="subTitle"/>
          </p:nvPr>
        </p:nvSpPr>
        <p:spPr>
          <a:xfrm>
            <a:off x="6080700" y="32630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4">
    <p:bg>
      <p:bgPr>
        <a:solidFill>
          <a:schemeClr val="lt2"/>
        </a:solidFill>
      </p:bgPr>
    </p:bg>
    <p:spTree>
      <p:nvGrpSpPr>
        <p:cNvPr id="66" name="Shape 66"/>
        <p:cNvGrpSpPr/>
        <p:nvPr/>
      </p:nvGrpSpPr>
      <p:grpSpPr>
        <a:xfrm>
          <a:off x="0" y="0"/>
          <a:ext cx="0" cy="0"/>
          <a:chOff x="0" y="0"/>
          <a:chExt cx="0" cy="0"/>
        </a:xfrm>
      </p:grpSpPr>
      <p:sp>
        <p:nvSpPr>
          <p:cNvPr id="67" name="Google Shape;67;p6"/>
          <p:cNvSpPr/>
          <p:nvPr/>
        </p:nvSpPr>
        <p:spPr>
          <a:xfrm flipH="1" rot="-5400205">
            <a:off x="3801104" y="-3647425"/>
            <a:ext cx="5040000" cy="5040600"/>
          </a:xfrm>
          <a:prstGeom prst="arc">
            <a:avLst>
              <a:gd fmla="val 17789929" name="adj1"/>
              <a:gd fmla="val 381151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cxnSp>
        <p:nvCxnSpPr>
          <p:cNvPr id="68" name="Google Shape;68;p6"/>
          <p:cNvCxnSpPr/>
          <p:nvPr/>
        </p:nvCxnSpPr>
        <p:spPr>
          <a:xfrm>
            <a:off x="-9" y="1392875"/>
            <a:ext cx="9166500" cy="0"/>
          </a:xfrm>
          <a:prstGeom prst="straightConnector1">
            <a:avLst/>
          </a:prstGeom>
          <a:noFill/>
          <a:ln cap="flat" cmpd="sng" w="9525">
            <a:solidFill>
              <a:schemeClr val="accent1"/>
            </a:solidFill>
            <a:prstDash val="solid"/>
            <a:round/>
            <a:headEnd len="med" w="med" type="none"/>
            <a:tailEnd len="med" w="med" type="none"/>
          </a:ln>
        </p:spPr>
      </p:cxnSp>
      <p:sp>
        <p:nvSpPr>
          <p:cNvPr id="69" name="Google Shape;69;p6"/>
          <p:cNvSpPr/>
          <p:nvPr>
            <p:ph idx="2" type="pic"/>
          </p:nvPr>
        </p:nvSpPr>
        <p:spPr>
          <a:xfrm>
            <a:off x="440400" y="1725300"/>
            <a:ext cx="1269600" cy="1269000"/>
          </a:xfrm>
          <a:prstGeom prst="roundRect">
            <a:avLst>
              <a:gd fmla="val 50000" name="adj"/>
            </a:avLst>
          </a:prstGeom>
          <a:noFill/>
          <a:ln>
            <a:noFill/>
          </a:ln>
        </p:spPr>
      </p:sp>
      <p:sp>
        <p:nvSpPr>
          <p:cNvPr id="70" name="Google Shape;70;p6"/>
          <p:cNvSpPr txBox="1"/>
          <p:nvPr>
            <p:ph type="title"/>
          </p:nvPr>
        </p:nvSpPr>
        <p:spPr>
          <a:xfrm>
            <a:off x="436725" y="457200"/>
            <a:ext cx="40884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71" name="Google Shape;71;p6"/>
          <p:cNvSpPr txBox="1"/>
          <p:nvPr>
            <p:ph idx="1" type="body"/>
          </p:nvPr>
        </p:nvSpPr>
        <p:spPr>
          <a:xfrm>
            <a:off x="436800"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72" name="Google Shape;72;p6"/>
          <p:cNvSpPr txBox="1"/>
          <p:nvPr>
            <p:ph idx="3" type="subTitle"/>
          </p:nvPr>
        </p:nvSpPr>
        <p:spPr>
          <a:xfrm>
            <a:off x="436725"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3" name="Google Shape;73;p6"/>
          <p:cNvSpPr txBox="1"/>
          <p:nvPr>
            <p:ph idx="4" type="subTitle"/>
          </p:nvPr>
        </p:nvSpPr>
        <p:spPr>
          <a:xfrm>
            <a:off x="436725"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4" name="Google Shape;74;p6"/>
          <p:cNvSpPr txBox="1"/>
          <p:nvPr>
            <p:ph idx="5" type="body"/>
          </p:nvPr>
        </p:nvSpPr>
        <p:spPr>
          <a:xfrm>
            <a:off x="1832019"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75" name="Google Shape;75;p6"/>
          <p:cNvSpPr txBox="1"/>
          <p:nvPr>
            <p:ph idx="6" type="subTitle"/>
          </p:nvPr>
        </p:nvSpPr>
        <p:spPr>
          <a:xfrm>
            <a:off x="1831944"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6" name="Google Shape;76;p6"/>
          <p:cNvSpPr txBox="1"/>
          <p:nvPr>
            <p:ph idx="7" type="subTitle"/>
          </p:nvPr>
        </p:nvSpPr>
        <p:spPr>
          <a:xfrm>
            <a:off x="1831944"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7" name="Google Shape;77;p6"/>
          <p:cNvSpPr txBox="1"/>
          <p:nvPr>
            <p:ph idx="8" type="body"/>
          </p:nvPr>
        </p:nvSpPr>
        <p:spPr>
          <a:xfrm>
            <a:off x="322724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78" name="Google Shape;78;p6"/>
          <p:cNvSpPr txBox="1"/>
          <p:nvPr>
            <p:ph idx="9" type="subTitle"/>
          </p:nvPr>
        </p:nvSpPr>
        <p:spPr>
          <a:xfrm>
            <a:off x="322716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9" name="Google Shape;79;p6"/>
          <p:cNvSpPr txBox="1"/>
          <p:nvPr>
            <p:ph idx="13" type="subTitle"/>
          </p:nvPr>
        </p:nvSpPr>
        <p:spPr>
          <a:xfrm>
            <a:off x="322716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0" name="Google Shape;80;p6"/>
          <p:cNvSpPr txBox="1"/>
          <p:nvPr>
            <p:ph idx="14" type="body"/>
          </p:nvPr>
        </p:nvSpPr>
        <p:spPr>
          <a:xfrm>
            <a:off x="4609566"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1" name="Google Shape;81;p6"/>
          <p:cNvSpPr txBox="1"/>
          <p:nvPr>
            <p:ph idx="15" type="subTitle"/>
          </p:nvPr>
        </p:nvSpPr>
        <p:spPr>
          <a:xfrm>
            <a:off x="4609491"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2" name="Google Shape;82;p6"/>
          <p:cNvSpPr txBox="1"/>
          <p:nvPr>
            <p:ph idx="16" type="subTitle"/>
          </p:nvPr>
        </p:nvSpPr>
        <p:spPr>
          <a:xfrm>
            <a:off x="4609491"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3" name="Google Shape;83;p6"/>
          <p:cNvSpPr txBox="1"/>
          <p:nvPr>
            <p:ph idx="17" type="body"/>
          </p:nvPr>
        </p:nvSpPr>
        <p:spPr>
          <a:xfrm>
            <a:off x="601173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4" name="Google Shape;84;p6"/>
          <p:cNvSpPr txBox="1"/>
          <p:nvPr>
            <p:ph idx="18" type="subTitle"/>
          </p:nvPr>
        </p:nvSpPr>
        <p:spPr>
          <a:xfrm>
            <a:off x="601165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5" name="Google Shape;85;p6"/>
          <p:cNvSpPr txBox="1"/>
          <p:nvPr>
            <p:ph idx="19" type="subTitle"/>
          </p:nvPr>
        </p:nvSpPr>
        <p:spPr>
          <a:xfrm>
            <a:off x="601165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6" name="Google Shape;86;p6"/>
          <p:cNvSpPr txBox="1"/>
          <p:nvPr>
            <p:ph idx="20" type="body"/>
          </p:nvPr>
        </p:nvSpPr>
        <p:spPr>
          <a:xfrm>
            <a:off x="741388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7" name="Google Shape;87;p6"/>
          <p:cNvSpPr txBox="1"/>
          <p:nvPr>
            <p:ph idx="21" type="subTitle"/>
          </p:nvPr>
        </p:nvSpPr>
        <p:spPr>
          <a:xfrm>
            <a:off x="741380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8" name="Google Shape;88;p6"/>
          <p:cNvSpPr txBox="1"/>
          <p:nvPr>
            <p:ph idx="22" type="subTitle"/>
          </p:nvPr>
        </p:nvSpPr>
        <p:spPr>
          <a:xfrm>
            <a:off x="741380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9" name="Google Shape;89;p6"/>
          <p:cNvSpPr/>
          <p:nvPr>
            <p:ph idx="23" type="pic"/>
          </p:nvPr>
        </p:nvSpPr>
        <p:spPr>
          <a:xfrm>
            <a:off x="1832563" y="1725300"/>
            <a:ext cx="1269600" cy="1269000"/>
          </a:xfrm>
          <a:prstGeom prst="roundRect">
            <a:avLst>
              <a:gd fmla="val 50000" name="adj"/>
            </a:avLst>
          </a:prstGeom>
          <a:noFill/>
          <a:ln>
            <a:noFill/>
          </a:ln>
        </p:spPr>
      </p:sp>
      <p:sp>
        <p:nvSpPr>
          <p:cNvPr id="90" name="Google Shape;90;p6"/>
          <p:cNvSpPr/>
          <p:nvPr>
            <p:ph idx="24" type="pic"/>
          </p:nvPr>
        </p:nvSpPr>
        <p:spPr>
          <a:xfrm>
            <a:off x="3225625" y="1725300"/>
            <a:ext cx="1269600" cy="1269000"/>
          </a:xfrm>
          <a:prstGeom prst="roundRect">
            <a:avLst>
              <a:gd fmla="val 50000" name="adj"/>
            </a:avLst>
          </a:prstGeom>
          <a:noFill/>
          <a:ln>
            <a:noFill/>
          </a:ln>
        </p:spPr>
      </p:sp>
      <p:sp>
        <p:nvSpPr>
          <p:cNvPr id="91" name="Google Shape;91;p6"/>
          <p:cNvSpPr/>
          <p:nvPr>
            <p:ph idx="25" type="pic"/>
          </p:nvPr>
        </p:nvSpPr>
        <p:spPr>
          <a:xfrm>
            <a:off x="4619163" y="1725300"/>
            <a:ext cx="1269600" cy="1269000"/>
          </a:xfrm>
          <a:prstGeom prst="roundRect">
            <a:avLst>
              <a:gd fmla="val 50000" name="adj"/>
            </a:avLst>
          </a:prstGeom>
          <a:noFill/>
          <a:ln>
            <a:noFill/>
          </a:ln>
        </p:spPr>
      </p:sp>
      <p:sp>
        <p:nvSpPr>
          <p:cNvPr id="92" name="Google Shape;92;p6"/>
          <p:cNvSpPr/>
          <p:nvPr>
            <p:ph idx="26" type="pic"/>
          </p:nvPr>
        </p:nvSpPr>
        <p:spPr>
          <a:xfrm>
            <a:off x="6012925" y="1725300"/>
            <a:ext cx="1269600" cy="1269000"/>
          </a:xfrm>
          <a:prstGeom prst="roundRect">
            <a:avLst>
              <a:gd fmla="val 50000" name="adj"/>
            </a:avLst>
          </a:prstGeom>
          <a:noFill/>
          <a:ln>
            <a:noFill/>
          </a:ln>
        </p:spPr>
      </p:sp>
      <p:sp>
        <p:nvSpPr>
          <p:cNvPr id="93" name="Google Shape;93;p6"/>
          <p:cNvSpPr/>
          <p:nvPr>
            <p:ph idx="27" type="pic"/>
          </p:nvPr>
        </p:nvSpPr>
        <p:spPr>
          <a:xfrm>
            <a:off x="7406675" y="1725300"/>
            <a:ext cx="1269600" cy="1269000"/>
          </a:xfrm>
          <a:prstGeom prst="roundRect">
            <a:avLst>
              <a:gd fmla="val 50000" name="adj"/>
            </a:avLst>
          </a:prstGeom>
          <a:noFill/>
          <a:ln>
            <a:noFill/>
          </a:ln>
        </p:spPr>
      </p:sp>
      <p:sp>
        <p:nvSpPr>
          <p:cNvPr id="94" name="Google Shape;94;p6"/>
          <p:cNvSpPr/>
          <p:nvPr/>
        </p:nvSpPr>
        <p:spPr>
          <a:xfrm>
            <a:off x="5592475" y="-26"/>
            <a:ext cx="1392900" cy="1392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95" name="Google Shape;95;p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96" name="Google Shape;96;p6"/>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97" name="Google Shape;97;p6"/>
          <p:cNvSpPr txBox="1"/>
          <p:nvPr>
            <p:ph idx="28"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98" name="Google Shape;98;p6"/>
          <p:cNvSpPr txBox="1"/>
          <p:nvPr>
            <p:ph idx="29"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1">
  <p:cSld name="CUSTOM_5">
    <p:bg>
      <p:bgPr>
        <a:solidFill>
          <a:schemeClr val="lt2"/>
        </a:solidFill>
      </p:bgPr>
    </p:bg>
    <p:spTree>
      <p:nvGrpSpPr>
        <p:cNvPr id="99" name="Shape 99"/>
        <p:cNvGrpSpPr/>
        <p:nvPr/>
      </p:nvGrpSpPr>
      <p:grpSpPr>
        <a:xfrm>
          <a:off x="0" y="0"/>
          <a:ext cx="0" cy="0"/>
          <a:chOff x="0" y="0"/>
          <a:chExt cx="0" cy="0"/>
        </a:xfrm>
      </p:grpSpPr>
      <p:grpSp>
        <p:nvGrpSpPr>
          <p:cNvPr id="100" name="Google Shape;100;p7"/>
          <p:cNvGrpSpPr/>
          <p:nvPr/>
        </p:nvGrpSpPr>
        <p:grpSpPr>
          <a:xfrm>
            <a:off x="-3059650" y="1891300"/>
            <a:ext cx="7160400" cy="7160400"/>
            <a:chOff x="-3059650" y="1891300"/>
            <a:chExt cx="7160400" cy="7160400"/>
          </a:xfrm>
        </p:grpSpPr>
        <p:sp>
          <p:nvSpPr>
            <p:cNvPr id="101" name="Google Shape;101;p7"/>
            <p:cNvSpPr/>
            <p:nvPr/>
          </p:nvSpPr>
          <p:spPr>
            <a:xfrm flipH="1" rot="5400000">
              <a:off x="-3059650" y="1891300"/>
              <a:ext cx="7160400" cy="7160400"/>
            </a:xfrm>
            <a:prstGeom prst="arc">
              <a:avLst>
                <a:gd fmla="val 16510262" name="adj1"/>
                <a:gd fmla="val 503275"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02" name="Google Shape;102;p7"/>
            <p:cNvSpPr/>
            <p:nvPr/>
          </p:nvSpPr>
          <p:spPr>
            <a:xfrm flipH="1" rot="5400000">
              <a:off x="-1851199" y="3109695"/>
              <a:ext cx="4734900" cy="4735200"/>
            </a:xfrm>
            <a:prstGeom prst="arc">
              <a:avLst>
                <a:gd fmla="val 16677462"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03" name="Google Shape;103;p7"/>
            <p:cNvSpPr/>
            <p:nvPr/>
          </p:nvSpPr>
          <p:spPr>
            <a:xfrm flipH="1" rot="5400000">
              <a:off x="-624715" y="4328872"/>
              <a:ext cx="2290500" cy="2290800"/>
            </a:xfrm>
            <a:prstGeom prst="arc">
              <a:avLst>
                <a:gd fmla="val 1720128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04" name="Google Shape;104;p7"/>
            <p:cNvSpPr/>
            <p:nvPr/>
          </p:nvSpPr>
          <p:spPr>
            <a:xfrm>
              <a:off x="558070" y="1956378"/>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cxnSp>
          <p:nvCxnSpPr>
            <p:cNvPr id="105" name="Google Shape;105;p7"/>
            <p:cNvCxnSpPr/>
            <p:nvPr/>
          </p:nvCxnSpPr>
          <p:spPr>
            <a:xfrm>
              <a:off x="0" y="3109875"/>
              <a:ext cx="520500" cy="0"/>
            </a:xfrm>
            <a:prstGeom prst="straightConnector1">
              <a:avLst/>
            </a:prstGeom>
            <a:noFill/>
            <a:ln cap="flat" cmpd="sng" w="9525">
              <a:solidFill>
                <a:schemeClr val="accent1"/>
              </a:solidFill>
              <a:prstDash val="solid"/>
              <a:round/>
              <a:headEnd len="med" w="med" type="none"/>
              <a:tailEnd len="med" w="med" type="none"/>
            </a:ln>
          </p:spPr>
        </p:cxnSp>
        <p:cxnSp>
          <p:nvCxnSpPr>
            <p:cNvPr id="106" name="Google Shape;106;p7"/>
            <p:cNvCxnSpPr/>
            <p:nvPr/>
          </p:nvCxnSpPr>
          <p:spPr>
            <a:xfrm>
              <a:off x="0" y="4328375"/>
              <a:ext cx="520500" cy="0"/>
            </a:xfrm>
            <a:prstGeom prst="straightConnector1">
              <a:avLst/>
            </a:prstGeom>
            <a:noFill/>
            <a:ln cap="flat" cmpd="sng" w="9525">
              <a:solidFill>
                <a:schemeClr val="accent1"/>
              </a:solidFill>
              <a:prstDash val="solid"/>
              <a:round/>
              <a:headEnd len="med" w="med" type="none"/>
              <a:tailEnd len="med" w="med" type="none"/>
            </a:ln>
          </p:spPr>
        </p:cxnSp>
        <p:sp>
          <p:nvSpPr>
            <p:cNvPr id="107" name="Google Shape;107;p7"/>
            <p:cNvSpPr/>
            <p:nvPr/>
          </p:nvSpPr>
          <p:spPr>
            <a:xfrm>
              <a:off x="2686054" y="3808633"/>
              <a:ext cx="1218300" cy="1218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08" name="Google Shape;108;p7"/>
          <p:cNvSpPr txBox="1"/>
          <p:nvPr>
            <p:ph type="title"/>
          </p:nvPr>
        </p:nvSpPr>
        <p:spPr>
          <a:xfrm>
            <a:off x="436725" y="647525"/>
            <a:ext cx="32514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09" name="Google Shape;109;p7"/>
          <p:cNvSpPr/>
          <p:nvPr>
            <p:ph idx="2" type="pic"/>
          </p:nvPr>
        </p:nvSpPr>
        <p:spPr>
          <a:xfrm>
            <a:off x="4513350" y="1077191"/>
            <a:ext cx="1269600" cy="1269000"/>
          </a:xfrm>
          <a:prstGeom prst="roundRect">
            <a:avLst>
              <a:gd fmla="val 50000" name="adj"/>
            </a:avLst>
          </a:prstGeom>
          <a:noFill/>
          <a:ln>
            <a:noFill/>
          </a:ln>
        </p:spPr>
      </p:sp>
      <p:sp>
        <p:nvSpPr>
          <p:cNvPr id="110" name="Google Shape;110;p7"/>
          <p:cNvSpPr txBox="1"/>
          <p:nvPr>
            <p:ph idx="1" type="subTitle"/>
          </p:nvPr>
        </p:nvSpPr>
        <p:spPr>
          <a:xfrm>
            <a:off x="4509675"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1" name="Google Shape;111;p7"/>
          <p:cNvSpPr txBox="1"/>
          <p:nvPr>
            <p:ph idx="3" type="subTitle"/>
          </p:nvPr>
        </p:nvSpPr>
        <p:spPr>
          <a:xfrm>
            <a:off x="4509675"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2" name="Google Shape;112;p7"/>
          <p:cNvSpPr/>
          <p:nvPr>
            <p:ph idx="4" type="pic"/>
          </p:nvPr>
        </p:nvSpPr>
        <p:spPr>
          <a:xfrm>
            <a:off x="5966983" y="1077191"/>
            <a:ext cx="1269600" cy="1269000"/>
          </a:xfrm>
          <a:prstGeom prst="roundRect">
            <a:avLst>
              <a:gd fmla="val 50000" name="adj"/>
            </a:avLst>
          </a:prstGeom>
          <a:noFill/>
          <a:ln>
            <a:noFill/>
          </a:ln>
        </p:spPr>
      </p:sp>
      <p:sp>
        <p:nvSpPr>
          <p:cNvPr id="113" name="Google Shape;113;p7"/>
          <p:cNvSpPr txBox="1"/>
          <p:nvPr>
            <p:ph idx="5" type="subTitle"/>
          </p:nvPr>
        </p:nvSpPr>
        <p:spPr>
          <a:xfrm>
            <a:off x="5963308"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4" name="Google Shape;114;p7"/>
          <p:cNvSpPr txBox="1"/>
          <p:nvPr>
            <p:ph idx="6" type="subTitle"/>
          </p:nvPr>
        </p:nvSpPr>
        <p:spPr>
          <a:xfrm>
            <a:off x="5963308"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5" name="Google Shape;115;p7"/>
          <p:cNvSpPr/>
          <p:nvPr>
            <p:ph idx="7" type="pic"/>
          </p:nvPr>
        </p:nvSpPr>
        <p:spPr>
          <a:xfrm>
            <a:off x="7397695" y="1077191"/>
            <a:ext cx="1269600" cy="1269000"/>
          </a:xfrm>
          <a:prstGeom prst="roundRect">
            <a:avLst>
              <a:gd fmla="val 50000" name="adj"/>
            </a:avLst>
          </a:prstGeom>
          <a:noFill/>
          <a:ln>
            <a:noFill/>
          </a:ln>
        </p:spPr>
      </p:sp>
      <p:sp>
        <p:nvSpPr>
          <p:cNvPr id="116" name="Google Shape;116;p7"/>
          <p:cNvSpPr txBox="1"/>
          <p:nvPr>
            <p:ph idx="8" type="subTitle"/>
          </p:nvPr>
        </p:nvSpPr>
        <p:spPr>
          <a:xfrm>
            <a:off x="7394020"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7" name="Google Shape;117;p7"/>
          <p:cNvSpPr txBox="1"/>
          <p:nvPr>
            <p:ph idx="9" type="subTitle"/>
          </p:nvPr>
        </p:nvSpPr>
        <p:spPr>
          <a:xfrm>
            <a:off x="7394020"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8" name="Google Shape;118;p7"/>
          <p:cNvSpPr/>
          <p:nvPr>
            <p:ph idx="13" type="pic"/>
          </p:nvPr>
        </p:nvSpPr>
        <p:spPr>
          <a:xfrm>
            <a:off x="4513350" y="3224051"/>
            <a:ext cx="1269600" cy="1269000"/>
          </a:xfrm>
          <a:prstGeom prst="roundRect">
            <a:avLst>
              <a:gd fmla="val 50000" name="adj"/>
            </a:avLst>
          </a:prstGeom>
          <a:noFill/>
          <a:ln>
            <a:noFill/>
          </a:ln>
        </p:spPr>
      </p:sp>
      <p:sp>
        <p:nvSpPr>
          <p:cNvPr id="119" name="Google Shape;119;p7"/>
          <p:cNvSpPr txBox="1"/>
          <p:nvPr>
            <p:ph idx="14" type="subTitle"/>
          </p:nvPr>
        </p:nvSpPr>
        <p:spPr>
          <a:xfrm>
            <a:off x="4509675"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0" name="Google Shape;120;p7"/>
          <p:cNvSpPr txBox="1"/>
          <p:nvPr>
            <p:ph idx="15" type="subTitle"/>
          </p:nvPr>
        </p:nvSpPr>
        <p:spPr>
          <a:xfrm>
            <a:off x="4509675"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1" name="Google Shape;121;p7"/>
          <p:cNvSpPr/>
          <p:nvPr>
            <p:ph idx="16" type="pic"/>
          </p:nvPr>
        </p:nvSpPr>
        <p:spPr>
          <a:xfrm>
            <a:off x="5966983" y="3224051"/>
            <a:ext cx="1269600" cy="1269000"/>
          </a:xfrm>
          <a:prstGeom prst="roundRect">
            <a:avLst>
              <a:gd fmla="val 50000" name="adj"/>
            </a:avLst>
          </a:prstGeom>
          <a:noFill/>
          <a:ln>
            <a:noFill/>
          </a:ln>
        </p:spPr>
      </p:sp>
      <p:sp>
        <p:nvSpPr>
          <p:cNvPr id="122" name="Google Shape;122;p7"/>
          <p:cNvSpPr txBox="1"/>
          <p:nvPr>
            <p:ph idx="17" type="subTitle"/>
          </p:nvPr>
        </p:nvSpPr>
        <p:spPr>
          <a:xfrm>
            <a:off x="5963308"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3" name="Google Shape;123;p7"/>
          <p:cNvSpPr txBox="1"/>
          <p:nvPr>
            <p:ph idx="18" type="subTitle"/>
          </p:nvPr>
        </p:nvSpPr>
        <p:spPr>
          <a:xfrm>
            <a:off x="5963308"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4" name="Google Shape;124;p7"/>
          <p:cNvSpPr/>
          <p:nvPr>
            <p:ph idx="19" type="pic"/>
          </p:nvPr>
        </p:nvSpPr>
        <p:spPr>
          <a:xfrm>
            <a:off x="7397695" y="3224051"/>
            <a:ext cx="1269600" cy="1269000"/>
          </a:xfrm>
          <a:prstGeom prst="roundRect">
            <a:avLst>
              <a:gd fmla="val 50000" name="adj"/>
            </a:avLst>
          </a:prstGeom>
          <a:noFill/>
          <a:ln>
            <a:noFill/>
          </a:ln>
        </p:spPr>
      </p:sp>
      <p:sp>
        <p:nvSpPr>
          <p:cNvPr id="125" name="Google Shape;125;p7"/>
          <p:cNvSpPr txBox="1"/>
          <p:nvPr>
            <p:ph idx="20" type="subTitle"/>
          </p:nvPr>
        </p:nvSpPr>
        <p:spPr>
          <a:xfrm>
            <a:off x="7394020"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6" name="Google Shape;126;p7"/>
          <p:cNvSpPr txBox="1"/>
          <p:nvPr>
            <p:ph idx="21" type="subTitle"/>
          </p:nvPr>
        </p:nvSpPr>
        <p:spPr>
          <a:xfrm>
            <a:off x="7394020"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cxnSp>
        <p:nvCxnSpPr>
          <p:cNvPr id="127" name="Google Shape;127;p7"/>
          <p:cNvCxnSpPr/>
          <p:nvPr/>
        </p:nvCxnSpPr>
        <p:spPr>
          <a:xfrm>
            <a:off x="4100759" y="-7950"/>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8" name="Google Shape;128;p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9" name="Google Shape;129;p7"/>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30" name="Google Shape;130;p7"/>
          <p:cNvSpPr txBox="1"/>
          <p:nvPr>
            <p:ph idx="2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31" name="Google Shape;131;p7"/>
          <p:cNvSpPr txBox="1"/>
          <p:nvPr>
            <p:ph idx="2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CUSTOM_3">
    <p:bg>
      <p:bgPr>
        <a:solidFill>
          <a:schemeClr val="lt2"/>
        </a:solidFill>
      </p:bgPr>
    </p:bg>
    <p:spTree>
      <p:nvGrpSpPr>
        <p:cNvPr id="132" name="Shape 132"/>
        <p:cNvGrpSpPr/>
        <p:nvPr/>
      </p:nvGrpSpPr>
      <p:grpSpPr>
        <a:xfrm>
          <a:off x="0" y="0"/>
          <a:ext cx="0" cy="0"/>
          <a:chOff x="0" y="0"/>
          <a:chExt cx="0" cy="0"/>
        </a:xfrm>
      </p:grpSpPr>
      <p:grpSp>
        <p:nvGrpSpPr>
          <p:cNvPr id="133" name="Google Shape;133;p8"/>
          <p:cNvGrpSpPr/>
          <p:nvPr/>
        </p:nvGrpSpPr>
        <p:grpSpPr>
          <a:xfrm>
            <a:off x="1108912" y="-888525"/>
            <a:ext cx="6928500" cy="6928500"/>
            <a:chOff x="1108912" y="-888525"/>
            <a:chExt cx="6928500" cy="6928500"/>
          </a:xfrm>
        </p:grpSpPr>
        <p:sp>
          <p:nvSpPr>
            <p:cNvPr id="134" name="Google Shape;134;p8"/>
            <p:cNvSpPr/>
            <p:nvPr/>
          </p:nvSpPr>
          <p:spPr>
            <a:xfrm flipH="1"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5" name="Google Shape;135;p8"/>
            <p:cNvSpPr/>
            <p:nvPr/>
          </p:nvSpPr>
          <p:spPr>
            <a:xfrm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6" name="Google Shape;136;p8"/>
            <p:cNvSpPr/>
            <p:nvPr/>
          </p:nvSpPr>
          <p:spPr>
            <a:xfrm rot="-5400000">
              <a:off x="1702778" y="-307275"/>
              <a:ext cx="5766000" cy="5766000"/>
            </a:xfrm>
            <a:prstGeom prst="arc">
              <a:avLst>
                <a:gd fmla="val 12406996" name="adj1"/>
                <a:gd fmla="val 2001719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7" name="Google Shape;137;p8"/>
            <p:cNvSpPr/>
            <p:nvPr/>
          </p:nvSpPr>
          <p:spPr>
            <a:xfrm flipH="1" rot="5400000">
              <a:off x="1690162" y="-307275"/>
              <a:ext cx="5766000" cy="5766000"/>
            </a:xfrm>
            <a:prstGeom prst="arc">
              <a:avLst>
                <a:gd fmla="val 12413905" name="adj1"/>
                <a:gd fmla="val 20023999"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38" name="Google Shape;138;p8"/>
            <p:cNvSpPr/>
            <p:nvPr/>
          </p:nvSpPr>
          <p:spPr>
            <a:xfrm>
              <a:off x="1111750" y="227805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9" name="Google Shape;139;p8"/>
            <p:cNvSpPr/>
            <p:nvPr/>
          </p:nvSpPr>
          <p:spPr>
            <a:xfrm>
              <a:off x="2535025" y="38400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0" name="Google Shape;140;p8"/>
            <p:cNvSpPr/>
            <p:nvPr/>
          </p:nvSpPr>
          <p:spPr>
            <a:xfrm>
              <a:off x="6142273" y="4078071"/>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1" name="Google Shape;141;p8"/>
            <p:cNvSpPr/>
            <p:nvPr/>
          </p:nvSpPr>
          <p:spPr>
            <a:xfrm>
              <a:off x="7262625" y="1194175"/>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42" name="Google Shape;142;p8"/>
          <p:cNvSpPr/>
          <p:nvPr/>
        </p:nvSpPr>
        <p:spPr>
          <a:xfrm>
            <a:off x="2296450" y="286150"/>
            <a:ext cx="4571100" cy="4571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3" name="Google Shape;143;p8"/>
          <p:cNvSpPr txBox="1"/>
          <p:nvPr>
            <p:ph idx="1" type="subTitle"/>
          </p:nvPr>
        </p:nvSpPr>
        <p:spPr>
          <a:xfrm>
            <a:off x="3212350" y="1345755"/>
            <a:ext cx="2719200" cy="231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200"/>
              <a:buFont typeface="IBM Plex Sans"/>
              <a:buNone/>
              <a:defRPr sz="1200"/>
            </a:lvl1pPr>
            <a:lvl2pPr lvl="1" algn="ctr">
              <a:spcBef>
                <a:spcPts val="0"/>
              </a:spcBef>
              <a:spcAft>
                <a:spcPts val="0"/>
              </a:spcAft>
              <a:buClr>
                <a:schemeClr val="dk1"/>
              </a:buClr>
              <a:buSzPts val="1200"/>
              <a:buFont typeface="IBM Plex Sans"/>
              <a:buNone/>
              <a:defRPr sz="1200">
                <a:solidFill>
                  <a:schemeClr val="dk1"/>
                </a:solidFill>
              </a:defRPr>
            </a:lvl2pPr>
            <a:lvl3pPr lvl="2" algn="ctr">
              <a:spcBef>
                <a:spcPts val="0"/>
              </a:spcBef>
              <a:spcAft>
                <a:spcPts val="0"/>
              </a:spcAft>
              <a:buClr>
                <a:schemeClr val="dk1"/>
              </a:buClr>
              <a:buSzPts val="1200"/>
              <a:buFont typeface="IBM Plex Sans"/>
              <a:buNone/>
              <a:defRPr sz="1200">
                <a:solidFill>
                  <a:schemeClr val="dk1"/>
                </a:solidFill>
              </a:defRPr>
            </a:lvl3pPr>
            <a:lvl4pPr lvl="3" algn="ctr">
              <a:spcBef>
                <a:spcPts val="0"/>
              </a:spcBef>
              <a:spcAft>
                <a:spcPts val="0"/>
              </a:spcAft>
              <a:buClr>
                <a:schemeClr val="dk1"/>
              </a:buClr>
              <a:buSzPts val="1200"/>
              <a:buFont typeface="IBM Plex Sans"/>
              <a:buNone/>
              <a:defRPr sz="1200">
                <a:solidFill>
                  <a:schemeClr val="dk1"/>
                </a:solidFill>
              </a:defRPr>
            </a:lvl4pPr>
            <a:lvl5pPr lvl="4" algn="ctr">
              <a:spcBef>
                <a:spcPts val="0"/>
              </a:spcBef>
              <a:spcAft>
                <a:spcPts val="0"/>
              </a:spcAft>
              <a:buClr>
                <a:schemeClr val="dk1"/>
              </a:buClr>
              <a:buSzPts val="1200"/>
              <a:buFont typeface="IBM Plex Sans"/>
              <a:buNone/>
              <a:defRPr sz="1200">
                <a:solidFill>
                  <a:schemeClr val="dk1"/>
                </a:solidFill>
              </a:defRPr>
            </a:lvl5pPr>
            <a:lvl6pPr lvl="5" algn="ctr">
              <a:spcBef>
                <a:spcPts val="0"/>
              </a:spcBef>
              <a:spcAft>
                <a:spcPts val="0"/>
              </a:spcAft>
              <a:buClr>
                <a:schemeClr val="dk1"/>
              </a:buClr>
              <a:buSzPts val="1200"/>
              <a:buFont typeface="IBM Plex Sans"/>
              <a:buNone/>
              <a:defRPr sz="1200">
                <a:solidFill>
                  <a:schemeClr val="dk1"/>
                </a:solidFill>
              </a:defRPr>
            </a:lvl6pPr>
            <a:lvl7pPr lvl="6" algn="ctr">
              <a:spcBef>
                <a:spcPts val="0"/>
              </a:spcBef>
              <a:spcAft>
                <a:spcPts val="0"/>
              </a:spcAft>
              <a:buClr>
                <a:schemeClr val="dk1"/>
              </a:buClr>
              <a:buSzPts val="1200"/>
              <a:buFont typeface="IBM Plex Sans"/>
              <a:buNone/>
              <a:defRPr sz="1200">
                <a:solidFill>
                  <a:schemeClr val="dk1"/>
                </a:solidFill>
              </a:defRPr>
            </a:lvl7pPr>
            <a:lvl8pPr lvl="7" algn="ctr">
              <a:spcBef>
                <a:spcPts val="0"/>
              </a:spcBef>
              <a:spcAft>
                <a:spcPts val="0"/>
              </a:spcAft>
              <a:buClr>
                <a:schemeClr val="dk1"/>
              </a:buClr>
              <a:buSzPts val="1200"/>
              <a:buFont typeface="IBM Plex Sans"/>
              <a:buNone/>
              <a:defRPr sz="1200">
                <a:solidFill>
                  <a:schemeClr val="dk1"/>
                </a:solidFill>
              </a:defRPr>
            </a:lvl8pPr>
            <a:lvl9pPr lvl="8" algn="ctr">
              <a:spcBef>
                <a:spcPts val="0"/>
              </a:spcBef>
              <a:spcAft>
                <a:spcPts val="0"/>
              </a:spcAft>
              <a:buClr>
                <a:schemeClr val="dk1"/>
              </a:buClr>
              <a:buSzPts val="1200"/>
              <a:buFont typeface="IBM Plex Sans"/>
              <a:buNone/>
              <a:defRPr sz="1200">
                <a:solidFill>
                  <a:schemeClr val="dk1"/>
                </a:solidFill>
              </a:defRPr>
            </a:lvl9pPr>
          </a:lstStyle>
          <a:p/>
        </p:txBody>
      </p:sp>
      <p:sp>
        <p:nvSpPr>
          <p:cNvPr id="144" name="Google Shape;144;p8"/>
          <p:cNvSpPr txBox="1"/>
          <p:nvPr>
            <p:ph type="title"/>
          </p:nvPr>
        </p:nvSpPr>
        <p:spPr>
          <a:xfrm>
            <a:off x="2659075" y="1755300"/>
            <a:ext cx="3849600" cy="587700"/>
          </a:xfrm>
          <a:prstGeom prst="rect">
            <a:avLst/>
          </a:prstGeom>
        </p:spPr>
        <p:txBody>
          <a:bodyPr anchorCtr="0" anchor="t" bIns="0" lIns="0" spcFirstLastPara="1" rIns="0" wrap="square" tIns="0">
            <a:spAutoFit/>
          </a:bodyPr>
          <a:lstStyle>
            <a:lvl1pPr lvl="0" algn="ctr">
              <a:spcBef>
                <a:spcPts val="0"/>
              </a:spcBef>
              <a:spcAft>
                <a:spcPts val="0"/>
              </a:spcAft>
              <a:buNone/>
              <a:defRPr sz="1800">
                <a:solidFill>
                  <a:schemeClr val="accent1"/>
                </a:solidFill>
              </a:defRPr>
            </a:lvl1pPr>
            <a:lvl2pPr lvl="1" algn="ctr">
              <a:spcBef>
                <a:spcPts val="0"/>
              </a:spcBef>
              <a:spcAft>
                <a:spcPts val="0"/>
              </a:spcAft>
              <a:buNone/>
              <a:defRPr sz="1800">
                <a:solidFill>
                  <a:schemeClr val="accent1"/>
                </a:solidFill>
              </a:defRPr>
            </a:lvl2pPr>
            <a:lvl3pPr lvl="2" algn="ctr">
              <a:spcBef>
                <a:spcPts val="0"/>
              </a:spcBef>
              <a:spcAft>
                <a:spcPts val="0"/>
              </a:spcAft>
              <a:buNone/>
              <a:defRPr sz="1800">
                <a:solidFill>
                  <a:schemeClr val="accent1"/>
                </a:solidFill>
              </a:defRPr>
            </a:lvl3pPr>
            <a:lvl4pPr lvl="3" algn="ctr">
              <a:spcBef>
                <a:spcPts val="0"/>
              </a:spcBef>
              <a:spcAft>
                <a:spcPts val="0"/>
              </a:spcAft>
              <a:buNone/>
              <a:defRPr sz="1800">
                <a:solidFill>
                  <a:schemeClr val="accent1"/>
                </a:solidFill>
              </a:defRPr>
            </a:lvl4pPr>
            <a:lvl5pPr lvl="4" algn="ctr">
              <a:spcBef>
                <a:spcPts val="0"/>
              </a:spcBef>
              <a:spcAft>
                <a:spcPts val="0"/>
              </a:spcAft>
              <a:buNone/>
              <a:defRPr sz="1800">
                <a:solidFill>
                  <a:schemeClr val="accent1"/>
                </a:solidFill>
              </a:defRPr>
            </a:lvl5pPr>
            <a:lvl6pPr lvl="5" algn="ctr">
              <a:spcBef>
                <a:spcPts val="0"/>
              </a:spcBef>
              <a:spcAft>
                <a:spcPts val="0"/>
              </a:spcAft>
              <a:buNone/>
              <a:defRPr sz="1800">
                <a:solidFill>
                  <a:schemeClr val="accent1"/>
                </a:solidFill>
              </a:defRPr>
            </a:lvl6pPr>
            <a:lvl7pPr lvl="6" algn="ctr">
              <a:spcBef>
                <a:spcPts val="0"/>
              </a:spcBef>
              <a:spcAft>
                <a:spcPts val="0"/>
              </a:spcAft>
              <a:buNone/>
              <a:defRPr sz="1800">
                <a:solidFill>
                  <a:schemeClr val="accent1"/>
                </a:solidFill>
              </a:defRPr>
            </a:lvl7pPr>
            <a:lvl8pPr lvl="7" algn="ctr">
              <a:spcBef>
                <a:spcPts val="0"/>
              </a:spcBef>
              <a:spcAft>
                <a:spcPts val="0"/>
              </a:spcAft>
              <a:buNone/>
              <a:defRPr sz="1800">
                <a:solidFill>
                  <a:schemeClr val="accent1"/>
                </a:solidFill>
              </a:defRPr>
            </a:lvl8pPr>
            <a:lvl9pPr lvl="8" algn="ctr">
              <a:spcBef>
                <a:spcPts val="0"/>
              </a:spcBef>
              <a:spcAft>
                <a:spcPts val="0"/>
              </a:spcAft>
              <a:buNone/>
              <a:defRPr sz="1800">
                <a:solidFill>
                  <a:schemeClr val="accent1"/>
                </a:solidFill>
              </a:defRPr>
            </a:lvl9pPr>
          </a:lstStyle>
          <a:p/>
        </p:txBody>
      </p:sp>
      <p:sp>
        <p:nvSpPr>
          <p:cNvPr id="145" name="Google Shape;145;p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46" name="Google Shape;146;p8"/>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47" name="Google Shape;147;p8"/>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48" name="Google Shape;148;p8"/>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CUSTOM_6">
    <p:bg>
      <p:bgPr>
        <a:solidFill>
          <a:schemeClr val="dk2"/>
        </a:solidFill>
      </p:bgPr>
    </p:bg>
    <p:spTree>
      <p:nvGrpSpPr>
        <p:cNvPr id="149" name="Shape 149"/>
        <p:cNvGrpSpPr/>
        <p:nvPr/>
      </p:nvGrpSpPr>
      <p:grpSpPr>
        <a:xfrm>
          <a:off x="0" y="0"/>
          <a:ext cx="0" cy="0"/>
          <a:chOff x="0" y="0"/>
          <a:chExt cx="0" cy="0"/>
        </a:xfrm>
      </p:grpSpPr>
      <p:sp>
        <p:nvSpPr>
          <p:cNvPr id="150" name="Google Shape;150;p9"/>
          <p:cNvSpPr txBox="1"/>
          <p:nvPr>
            <p:ph type="title"/>
          </p:nvPr>
        </p:nvSpPr>
        <p:spPr>
          <a:xfrm>
            <a:off x="436725" y="4094025"/>
            <a:ext cx="6272100" cy="587700"/>
          </a:xfrm>
          <a:prstGeom prst="rect">
            <a:avLst/>
          </a:prstGeom>
        </p:spPr>
        <p:txBody>
          <a:bodyPr anchorCtr="0" anchor="b" bIns="0" lIns="0" spcFirstLastPara="1" rIns="0" wrap="square" tIns="0">
            <a:no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grpSp>
        <p:nvGrpSpPr>
          <p:cNvPr id="151" name="Google Shape;151;p9"/>
          <p:cNvGrpSpPr/>
          <p:nvPr/>
        </p:nvGrpSpPr>
        <p:grpSpPr>
          <a:xfrm>
            <a:off x="-2117000" y="-4069732"/>
            <a:ext cx="11860804" cy="6909318"/>
            <a:chOff x="-2117000" y="-4069732"/>
            <a:chExt cx="11860804" cy="6909318"/>
          </a:xfrm>
        </p:grpSpPr>
        <p:sp>
          <p:nvSpPr>
            <p:cNvPr id="152" name="Google Shape;152;p9"/>
            <p:cNvSpPr/>
            <p:nvPr/>
          </p:nvSpPr>
          <p:spPr>
            <a:xfrm rot="5400000">
              <a:off x="-2117000" y="-4069732"/>
              <a:ext cx="6909300" cy="6909300"/>
            </a:xfrm>
            <a:prstGeom prst="arc">
              <a:avLst>
                <a:gd fmla="val 16801206" name="adj1"/>
                <a:gd fmla="val 138197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53" name="Google Shape;153;p9"/>
            <p:cNvSpPr/>
            <p:nvPr/>
          </p:nvSpPr>
          <p:spPr>
            <a:xfrm rot="5400000">
              <a:off x="-947044" y="-2903156"/>
              <a:ext cx="4569000" cy="4569300"/>
            </a:xfrm>
            <a:prstGeom prst="arc">
              <a:avLst>
                <a:gd fmla="val 17122104" name="adj1"/>
                <a:gd fmla="val 21801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cxnSp>
          <p:nvCxnSpPr>
            <p:cNvPr id="154" name="Google Shape;154;p9"/>
            <p:cNvCxnSpPr/>
            <p:nvPr/>
          </p:nvCxnSpPr>
          <p:spPr>
            <a:xfrm rot="10800000">
              <a:off x="1342860" y="1664508"/>
              <a:ext cx="7802700" cy="0"/>
            </a:xfrm>
            <a:prstGeom prst="straightConnector1">
              <a:avLst/>
            </a:prstGeom>
            <a:noFill/>
            <a:ln cap="flat" cmpd="sng" w="9525">
              <a:solidFill>
                <a:schemeClr val="lt2"/>
              </a:solidFill>
              <a:prstDash val="solid"/>
              <a:round/>
              <a:headEnd len="med" w="med" type="none"/>
              <a:tailEnd len="med" w="med" type="none"/>
            </a:ln>
          </p:spPr>
        </p:cxnSp>
        <p:cxnSp>
          <p:nvCxnSpPr>
            <p:cNvPr id="155" name="Google Shape;155;p9"/>
            <p:cNvCxnSpPr/>
            <p:nvPr/>
          </p:nvCxnSpPr>
          <p:spPr>
            <a:xfrm rot="10800000">
              <a:off x="-3240" y="489535"/>
              <a:ext cx="9148800" cy="0"/>
            </a:xfrm>
            <a:prstGeom prst="straightConnector1">
              <a:avLst/>
            </a:prstGeom>
            <a:noFill/>
            <a:ln cap="flat" cmpd="sng" w="9525">
              <a:solidFill>
                <a:schemeClr val="lt2"/>
              </a:solidFill>
              <a:prstDash val="solid"/>
              <a:round/>
              <a:headEnd len="med" w="med" type="none"/>
              <a:tailEnd len="med" w="med" type="none"/>
            </a:ln>
          </p:spPr>
        </p:cxnSp>
        <p:sp>
          <p:nvSpPr>
            <p:cNvPr id="156" name="Google Shape;156;p9"/>
            <p:cNvSpPr/>
            <p:nvPr/>
          </p:nvSpPr>
          <p:spPr>
            <a:xfrm rot="10800000">
              <a:off x="8568704" y="489425"/>
              <a:ext cx="1175100" cy="1175100"/>
            </a:xfrm>
            <a:prstGeom prst="arc">
              <a:avLst>
                <a:gd fmla="val 16292481" name="adj1"/>
                <a:gd fmla="val 531496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57" name="Google Shape;157;p9"/>
            <p:cNvSpPr/>
            <p:nvPr/>
          </p:nvSpPr>
          <p:spPr>
            <a:xfrm>
              <a:off x="755567" y="1664486"/>
              <a:ext cx="1175100" cy="1175100"/>
            </a:xfrm>
            <a:prstGeom prst="arc">
              <a:avLst>
                <a:gd fmla="val 16200000" name="adj1"/>
                <a:gd fmla="val 15996049"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58" name="Google Shape;158;p9"/>
            <p:cNvSpPr/>
            <p:nvPr/>
          </p:nvSpPr>
          <p:spPr>
            <a:xfrm rot="5400000">
              <a:off x="3571223" y="-685459"/>
              <a:ext cx="1175100" cy="1175100"/>
            </a:xfrm>
            <a:prstGeom prst="arc">
              <a:avLst>
                <a:gd fmla="val 16691316" name="adj1"/>
                <a:gd fmla="val 4902631"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59" name="Google Shape;159;p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1pPr>
            <a:lvl2pPr indent="0" lvl="1"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2pPr>
            <a:lvl3pPr indent="0" lvl="2"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3pPr>
            <a:lvl4pPr indent="0" lvl="3"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4pPr>
            <a:lvl5pPr indent="0" lvl="4"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5pPr>
            <a:lvl6pPr indent="0" lvl="5"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6pPr>
            <a:lvl7pPr indent="0" lvl="6"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7pPr>
            <a:lvl8pPr indent="0" lvl="7"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8pPr>
            <a:lvl9pPr indent="0" lvl="8"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60" name="Google Shape;160;p9"/>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61" name="Google Shape;161;p9"/>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62" name="Google Shape;162;p9"/>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p:cSld name="CUSTOM_8">
    <p:spTree>
      <p:nvGrpSpPr>
        <p:cNvPr id="163" name="Shape 163"/>
        <p:cNvGrpSpPr/>
        <p:nvPr/>
      </p:nvGrpSpPr>
      <p:grpSpPr>
        <a:xfrm>
          <a:off x="0" y="0"/>
          <a:ext cx="0" cy="0"/>
          <a:chOff x="0" y="0"/>
          <a:chExt cx="0" cy="0"/>
        </a:xfrm>
      </p:grpSpPr>
      <p:sp>
        <p:nvSpPr>
          <p:cNvPr id="164" name="Google Shape;164;p10"/>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65" name="Google Shape;165;p10"/>
          <p:cNvSpPr txBox="1"/>
          <p:nvPr>
            <p:ph type="title"/>
          </p:nvPr>
        </p:nvSpPr>
        <p:spPr>
          <a:xfrm>
            <a:off x="5066600" y="1213483"/>
            <a:ext cx="3552300" cy="19275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accent1"/>
                </a:solidFill>
              </a:defRPr>
            </a:lvl1pPr>
            <a:lvl2pPr lvl="1">
              <a:spcBef>
                <a:spcPts val="0"/>
              </a:spcBef>
              <a:spcAft>
                <a:spcPts val="0"/>
              </a:spcAft>
              <a:buNone/>
              <a:defRPr sz="1800">
                <a:solidFill>
                  <a:schemeClr val="accent1"/>
                </a:solidFill>
              </a:defRPr>
            </a:lvl2pPr>
            <a:lvl3pPr lvl="2">
              <a:spcBef>
                <a:spcPts val="0"/>
              </a:spcBef>
              <a:spcAft>
                <a:spcPts val="0"/>
              </a:spcAft>
              <a:buNone/>
              <a:defRPr sz="1800">
                <a:solidFill>
                  <a:schemeClr val="accent1"/>
                </a:solidFill>
              </a:defRPr>
            </a:lvl3pPr>
            <a:lvl4pPr lvl="3">
              <a:spcBef>
                <a:spcPts val="0"/>
              </a:spcBef>
              <a:spcAft>
                <a:spcPts val="0"/>
              </a:spcAft>
              <a:buNone/>
              <a:defRPr sz="1800">
                <a:solidFill>
                  <a:schemeClr val="accent1"/>
                </a:solidFill>
              </a:defRPr>
            </a:lvl4pPr>
            <a:lvl5pPr lvl="4">
              <a:spcBef>
                <a:spcPts val="0"/>
              </a:spcBef>
              <a:spcAft>
                <a:spcPts val="0"/>
              </a:spcAft>
              <a:buNone/>
              <a:defRPr sz="1800">
                <a:solidFill>
                  <a:schemeClr val="accent1"/>
                </a:solidFill>
              </a:defRPr>
            </a:lvl5pPr>
            <a:lvl6pPr lvl="5">
              <a:spcBef>
                <a:spcPts val="0"/>
              </a:spcBef>
              <a:spcAft>
                <a:spcPts val="0"/>
              </a:spcAft>
              <a:buNone/>
              <a:defRPr sz="1800">
                <a:solidFill>
                  <a:schemeClr val="accent1"/>
                </a:solidFill>
              </a:defRPr>
            </a:lvl6pPr>
            <a:lvl7pPr lvl="6">
              <a:spcBef>
                <a:spcPts val="0"/>
              </a:spcBef>
              <a:spcAft>
                <a:spcPts val="0"/>
              </a:spcAft>
              <a:buNone/>
              <a:defRPr sz="1800">
                <a:solidFill>
                  <a:schemeClr val="accent1"/>
                </a:solidFill>
              </a:defRPr>
            </a:lvl7pPr>
            <a:lvl8pPr lvl="7">
              <a:spcBef>
                <a:spcPts val="0"/>
              </a:spcBef>
              <a:spcAft>
                <a:spcPts val="0"/>
              </a:spcAft>
              <a:buNone/>
              <a:defRPr sz="1800">
                <a:solidFill>
                  <a:schemeClr val="accent1"/>
                </a:solidFill>
              </a:defRPr>
            </a:lvl8pPr>
            <a:lvl9pPr lvl="8">
              <a:spcBef>
                <a:spcPts val="0"/>
              </a:spcBef>
              <a:spcAft>
                <a:spcPts val="0"/>
              </a:spcAft>
              <a:buNone/>
              <a:defRPr sz="1800">
                <a:solidFill>
                  <a:schemeClr val="accent1"/>
                </a:solidFill>
              </a:defRPr>
            </a:lvl9pPr>
          </a:lstStyle>
          <a:p/>
        </p:txBody>
      </p:sp>
      <p:sp>
        <p:nvSpPr>
          <p:cNvPr id="166" name="Google Shape;166;p10"/>
          <p:cNvSpPr txBox="1"/>
          <p:nvPr>
            <p:ph idx="2" type="subTitle"/>
          </p:nvPr>
        </p:nvSpPr>
        <p:spPr>
          <a:xfrm>
            <a:off x="5066225" y="4125124"/>
            <a:ext cx="27192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7" name="Google Shape;167;p10"/>
          <p:cNvSpPr txBox="1"/>
          <p:nvPr>
            <p:ph idx="3" type="subTitle"/>
          </p:nvPr>
        </p:nvSpPr>
        <p:spPr>
          <a:xfrm>
            <a:off x="2423700" y="1344300"/>
            <a:ext cx="1619100" cy="750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8" name="Google Shape;168;p10"/>
          <p:cNvSpPr txBox="1"/>
          <p:nvPr>
            <p:ph idx="4" type="subTitle"/>
          </p:nvPr>
        </p:nvSpPr>
        <p:spPr>
          <a:xfrm>
            <a:off x="2423700" y="3090650"/>
            <a:ext cx="1619100" cy="750900"/>
          </a:xfrm>
          <a:prstGeom prst="rect">
            <a:avLst/>
          </a:prstGeom>
        </p:spPr>
        <p:txBody>
          <a:bodyPr anchorCtr="0" anchor="b"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9" name="Google Shape;169;p10"/>
          <p:cNvSpPr txBox="1"/>
          <p:nvPr>
            <p:ph idx="5" type="subTitle"/>
          </p:nvPr>
        </p:nvSpPr>
        <p:spPr>
          <a:xfrm>
            <a:off x="436725" y="1344300"/>
            <a:ext cx="1619100" cy="750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70" name="Google Shape;170;p10"/>
          <p:cNvSpPr txBox="1"/>
          <p:nvPr>
            <p:ph idx="6" type="subTitle"/>
          </p:nvPr>
        </p:nvSpPr>
        <p:spPr>
          <a:xfrm>
            <a:off x="436725" y="3090650"/>
            <a:ext cx="1619100" cy="750900"/>
          </a:xfrm>
          <a:prstGeom prst="rect">
            <a:avLst/>
          </a:prstGeom>
        </p:spPr>
        <p:txBody>
          <a:bodyPr anchorCtr="0" anchor="b"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71" name="Google Shape;171;p10"/>
          <p:cNvSpPr txBox="1"/>
          <p:nvPr>
            <p:ph idx="7" type="subTitle"/>
          </p:nvPr>
        </p:nvSpPr>
        <p:spPr>
          <a:xfrm>
            <a:off x="2423700" y="794135"/>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2" name="Google Shape;172;p10"/>
          <p:cNvSpPr txBox="1"/>
          <p:nvPr>
            <p:ph idx="8" type="subTitle"/>
          </p:nvPr>
        </p:nvSpPr>
        <p:spPr>
          <a:xfrm>
            <a:off x="436725" y="794135"/>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3" name="Google Shape;173;p10"/>
          <p:cNvSpPr txBox="1"/>
          <p:nvPr>
            <p:ph idx="9" type="subTitle"/>
          </p:nvPr>
        </p:nvSpPr>
        <p:spPr>
          <a:xfrm>
            <a:off x="2423700" y="4256460"/>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4" name="Google Shape;174;p10"/>
          <p:cNvSpPr txBox="1"/>
          <p:nvPr>
            <p:ph idx="13" type="subTitle"/>
          </p:nvPr>
        </p:nvSpPr>
        <p:spPr>
          <a:xfrm>
            <a:off x="436725" y="4256460"/>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5" name="Google Shape;175;p1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76" name="Google Shape;176;p10"/>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77" name="Google Shape;177;p10"/>
          <p:cNvSpPr txBox="1"/>
          <p:nvPr>
            <p:ph idx="14"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78" name="Google Shape;178;p10"/>
          <p:cNvSpPr txBox="1"/>
          <p:nvPr>
            <p:ph idx="15"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179" name="Shape 179"/>
        <p:cNvGrpSpPr/>
        <p:nvPr/>
      </p:nvGrpSpPr>
      <p:grpSpPr>
        <a:xfrm>
          <a:off x="0" y="0"/>
          <a:ext cx="0" cy="0"/>
          <a:chOff x="0" y="0"/>
          <a:chExt cx="0" cy="0"/>
        </a:xfrm>
      </p:grpSpPr>
      <p:sp>
        <p:nvSpPr>
          <p:cNvPr id="180" name="Google Shape;180;p11"/>
          <p:cNvSpPr txBox="1"/>
          <p:nvPr>
            <p:ph idx="1" type="subTitle"/>
          </p:nvPr>
        </p:nvSpPr>
        <p:spPr>
          <a:xfrm>
            <a:off x="6446974" y="814800"/>
            <a:ext cx="22320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81" name="Google Shape;181;p11"/>
          <p:cNvSpPr txBox="1"/>
          <p:nvPr>
            <p:ph type="title"/>
          </p:nvPr>
        </p:nvSpPr>
        <p:spPr>
          <a:xfrm>
            <a:off x="6447214" y="1213484"/>
            <a:ext cx="2232000" cy="19275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accent1"/>
                </a:solidFill>
              </a:defRPr>
            </a:lvl1pPr>
            <a:lvl2pPr lvl="1">
              <a:spcBef>
                <a:spcPts val="0"/>
              </a:spcBef>
              <a:spcAft>
                <a:spcPts val="0"/>
              </a:spcAft>
              <a:buNone/>
              <a:defRPr sz="1800">
                <a:solidFill>
                  <a:schemeClr val="accent1"/>
                </a:solidFill>
              </a:defRPr>
            </a:lvl2pPr>
            <a:lvl3pPr lvl="2">
              <a:spcBef>
                <a:spcPts val="0"/>
              </a:spcBef>
              <a:spcAft>
                <a:spcPts val="0"/>
              </a:spcAft>
              <a:buNone/>
              <a:defRPr sz="1800">
                <a:solidFill>
                  <a:schemeClr val="accent1"/>
                </a:solidFill>
              </a:defRPr>
            </a:lvl3pPr>
            <a:lvl4pPr lvl="3">
              <a:spcBef>
                <a:spcPts val="0"/>
              </a:spcBef>
              <a:spcAft>
                <a:spcPts val="0"/>
              </a:spcAft>
              <a:buNone/>
              <a:defRPr sz="1800">
                <a:solidFill>
                  <a:schemeClr val="accent1"/>
                </a:solidFill>
              </a:defRPr>
            </a:lvl4pPr>
            <a:lvl5pPr lvl="4">
              <a:spcBef>
                <a:spcPts val="0"/>
              </a:spcBef>
              <a:spcAft>
                <a:spcPts val="0"/>
              </a:spcAft>
              <a:buNone/>
              <a:defRPr sz="1800">
                <a:solidFill>
                  <a:schemeClr val="accent1"/>
                </a:solidFill>
              </a:defRPr>
            </a:lvl5pPr>
            <a:lvl6pPr lvl="5">
              <a:spcBef>
                <a:spcPts val="0"/>
              </a:spcBef>
              <a:spcAft>
                <a:spcPts val="0"/>
              </a:spcAft>
              <a:buNone/>
              <a:defRPr sz="1800">
                <a:solidFill>
                  <a:schemeClr val="accent1"/>
                </a:solidFill>
              </a:defRPr>
            </a:lvl6pPr>
            <a:lvl7pPr lvl="6">
              <a:spcBef>
                <a:spcPts val="0"/>
              </a:spcBef>
              <a:spcAft>
                <a:spcPts val="0"/>
              </a:spcAft>
              <a:buNone/>
              <a:defRPr sz="1800">
                <a:solidFill>
                  <a:schemeClr val="accent1"/>
                </a:solidFill>
              </a:defRPr>
            </a:lvl7pPr>
            <a:lvl8pPr lvl="7">
              <a:spcBef>
                <a:spcPts val="0"/>
              </a:spcBef>
              <a:spcAft>
                <a:spcPts val="0"/>
              </a:spcAft>
              <a:buNone/>
              <a:defRPr sz="1800">
                <a:solidFill>
                  <a:schemeClr val="accent1"/>
                </a:solidFill>
              </a:defRPr>
            </a:lvl8pPr>
            <a:lvl9pPr lvl="8">
              <a:spcBef>
                <a:spcPts val="0"/>
              </a:spcBef>
              <a:spcAft>
                <a:spcPts val="0"/>
              </a:spcAft>
              <a:buNone/>
              <a:defRPr sz="1800">
                <a:solidFill>
                  <a:schemeClr val="accent1"/>
                </a:solidFill>
              </a:defRPr>
            </a:lvl9pPr>
          </a:lstStyle>
          <a:p/>
        </p:txBody>
      </p:sp>
      <p:sp>
        <p:nvSpPr>
          <p:cNvPr id="182" name="Google Shape;182;p11"/>
          <p:cNvSpPr txBox="1"/>
          <p:nvPr>
            <p:ph idx="2" type="subTitle"/>
          </p:nvPr>
        </p:nvSpPr>
        <p:spPr>
          <a:xfrm>
            <a:off x="6446978" y="4125125"/>
            <a:ext cx="17085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83" name="Google Shape;183;p11"/>
          <p:cNvSpPr txBox="1"/>
          <p:nvPr>
            <p:ph idx="3"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84" name="Google Shape;184;p11"/>
          <p:cNvSpPr txBox="1"/>
          <p:nvPr>
            <p:ph idx="4"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85" name="Google Shape;185;p1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86" name="Google Shape;186;p11"/>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87" name="Google Shape;187;p11"/>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88" name="Google Shape;188;p11"/>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2">
  <p:cSld name="CUSTOM_8_1_1">
    <p:spTree>
      <p:nvGrpSpPr>
        <p:cNvPr id="189" name="Shape 189"/>
        <p:cNvGrpSpPr/>
        <p:nvPr/>
      </p:nvGrpSpPr>
      <p:grpSpPr>
        <a:xfrm>
          <a:off x="0" y="0"/>
          <a:ext cx="0" cy="0"/>
          <a:chOff x="0" y="0"/>
          <a:chExt cx="0" cy="0"/>
        </a:xfrm>
      </p:grpSpPr>
      <p:sp>
        <p:nvSpPr>
          <p:cNvPr id="190" name="Google Shape;190;p12"/>
          <p:cNvSpPr txBox="1"/>
          <p:nvPr>
            <p:ph idx="1" type="subTitle"/>
          </p:nvPr>
        </p:nvSpPr>
        <p:spPr>
          <a:xfrm>
            <a:off x="436600" y="3909000"/>
            <a:ext cx="1708500" cy="77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sp>
        <p:nvSpPr>
          <p:cNvPr id="191" name="Google Shape;191;p12"/>
          <p:cNvSpPr txBox="1"/>
          <p:nvPr>
            <p:ph idx="2" type="subTitle"/>
          </p:nvPr>
        </p:nvSpPr>
        <p:spPr>
          <a:xfrm>
            <a:off x="3027400" y="3909000"/>
            <a:ext cx="1708500" cy="77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grpSp>
        <p:nvGrpSpPr>
          <p:cNvPr id="192" name="Google Shape;192;p12"/>
          <p:cNvGrpSpPr/>
          <p:nvPr/>
        </p:nvGrpSpPr>
        <p:grpSpPr>
          <a:xfrm flipH="1">
            <a:off x="5903161" y="2597462"/>
            <a:ext cx="6916230" cy="6916230"/>
            <a:chOff x="-3059650" y="1891300"/>
            <a:chExt cx="7160400" cy="7160400"/>
          </a:xfrm>
        </p:grpSpPr>
        <p:sp>
          <p:nvSpPr>
            <p:cNvPr id="193" name="Google Shape;193;p12"/>
            <p:cNvSpPr/>
            <p:nvPr/>
          </p:nvSpPr>
          <p:spPr>
            <a:xfrm flipH="1" rot="5400000">
              <a:off x="-3059650" y="1891300"/>
              <a:ext cx="7160400" cy="7160400"/>
            </a:xfrm>
            <a:prstGeom prst="arc">
              <a:avLst>
                <a:gd fmla="val 17100715" name="adj1"/>
                <a:gd fmla="val 2139344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94" name="Google Shape;194;p12"/>
            <p:cNvSpPr/>
            <p:nvPr/>
          </p:nvSpPr>
          <p:spPr>
            <a:xfrm flipH="1" rot="5400000">
              <a:off x="-1851199" y="3109695"/>
              <a:ext cx="4734900" cy="4735200"/>
            </a:xfrm>
            <a:prstGeom prst="arc">
              <a:avLst>
                <a:gd fmla="val 17607113" name="adj1"/>
                <a:gd fmla="val 21289676"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95" name="Google Shape;195;p12"/>
            <p:cNvSpPr/>
            <p:nvPr/>
          </p:nvSpPr>
          <p:spPr>
            <a:xfrm>
              <a:off x="1239430" y="2205756"/>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96" name="Google Shape;196;p12"/>
          <p:cNvSpPr txBox="1"/>
          <p:nvPr>
            <p:ph idx="3" type="subTitle"/>
          </p:nvPr>
        </p:nvSpPr>
        <p:spPr>
          <a:xfrm>
            <a:off x="6446978" y="814800"/>
            <a:ext cx="17085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97" name="Google Shape;197;p12"/>
          <p:cNvSpPr txBox="1"/>
          <p:nvPr>
            <p:ph type="title"/>
          </p:nvPr>
        </p:nvSpPr>
        <p:spPr>
          <a:xfrm>
            <a:off x="6447225" y="1213482"/>
            <a:ext cx="2232000" cy="5877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defRPr>
            </a:lvl1pPr>
            <a:lvl2pPr lvl="1">
              <a:spcBef>
                <a:spcPts val="0"/>
              </a:spcBef>
              <a:spcAft>
                <a:spcPts val="0"/>
              </a:spcAft>
              <a:buNone/>
              <a:defRPr sz="1900">
                <a:solidFill>
                  <a:schemeClr val="accent1"/>
                </a:solidFill>
              </a:defRPr>
            </a:lvl2pPr>
            <a:lvl3pPr lvl="2">
              <a:spcBef>
                <a:spcPts val="0"/>
              </a:spcBef>
              <a:spcAft>
                <a:spcPts val="0"/>
              </a:spcAft>
              <a:buNone/>
              <a:defRPr sz="1900">
                <a:solidFill>
                  <a:schemeClr val="accent1"/>
                </a:solidFill>
              </a:defRPr>
            </a:lvl3pPr>
            <a:lvl4pPr lvl="3">
              <a:spcBef>
                <a:spcPts val="0"/>
              </a:spcBef>
              <a:spcAft>
                <a:spcPts val="0"/>
              </a:spcAft>
              <a:buNone/>
              <a:defRPr sz="1900">
                <a:solidFill>
                  <a:schemeClr val="accent1"/>
                </a:solidFill>
              </a:defRPr>
            </a:lvl4pPr>
            <a:lvl5pPr lvl="4">
              <a:spcBef>
                <a:spcPts val="0"/>
              </a:spcBef>
              <a:spcAft>
                <a:spcPts val="0"/>
              </a:spcAft>
              <a:buNone/>
              <a:defRPr sz="1900">
                <a:solidFill>
                  <a:schemeClr val="accent1"/>
                </a:solidFill>
              </a:defRPr>
            </a:lvl5pPr>
            <a:lvl6pPr lvl="5">
              <a:spcBef>
                <a:spcPts val="0"/>
              </a:spcBef>
              <a:spcAft>
                <a:spcPts val="0"/>
              </a:spcAft>
              <a:buNone/>
              <a:defRPr sz="1900">
                <a:solidFill>
                  <a:schemeClr val="accent1"/>
                </a:solidFill>
              </a:defRPr>
            </a:lvl6pPr>
            <a:lvl7pPr lvl="6">
              <a:spcBef>
                <a:spcPts val="0"/>
              </a:spcBef>
              <a:spcAft>
                <a:spcPts val="0"/>
              </a:spcAft>
              <a:buNone/>
              <a:defRPr sz="1900">
                <a:solidFill>
                  <a:schemeClr val="accent1"/>
                </a:solidFill>
              </a:defRPr>
            </a:lvl7pPr>
            <a:lvl8pPr lvl="7">
              <a:spcBef>
                <a:spcPts val="0"/>
              </a:spcBef>
              <a:spcAft>
                <a:spcPts val="0"/>
              </a:spcAft>
              <a:buNone/>
              <a:defRPr sz="1900">
                <a:solidFill>
                  <a:schemeClr val="accent1"/>
                </a:solidFill>
              </a:defRPr>
            </a:lvl8pPr>
            <a:lvl9pPr lvl="8">
              <a:spcBef>
                <a:spcPts val="0"/>
              </a:spcBef>
              <a:spcAft>
                <a:spcPts val="0"/>
              </a:spcAft>
              <a:buNone/>
              <a:defRPr sz="1900">
                <a:solidFill>
                  <a:schemeClr val="accent1"/>
                </a:solidFill>
              </a:defRPr>
            </a:lvl9pPr>
          </a:lstStyle>
          <a:p/>
        </p:txBody>
      </p:sp>
      <p:cxnSp>
        <p:nvCxnSpPr>
          <p:cNvPr id="198" name="Google Shape;198;p12"/>
          <p:cNvCxnSpPr/>
          <p:nvPr/>
        </p:nvCxnSpPr>
        <p:spPr>
          <a:xfrm>
            <a:off x="5985025"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99" name="Google Shape;199;p12"/>
          <p:cNvSpPr txBox="1"/>
          <p:nvPr>
            <p:ph idx="4"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00" name="Google Shape;200;p12"/>
          <p:cNvSpPr txBox="1"/>
          <p:nvPr>
            <p:ph idx="5"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1" name="Google Shape;201;p12"/>
          <p:cNvSpPr txBox="1"/>
          <p:nvPr>
            <p:ph idx="6" type="subTitle"/>
          </p:nvPr>
        </p:nvSpPr>
        <p:spPr>
          <a:xfrm>
            <a:off x="436725" y="1961991"/>
            <a:ext cx="41823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02" name="Google Shape;202;p12"/>
          <p:cNvSpPr txBox="1"/>
          <p:nvPr>
            <p:ph idx="7" type="subTitle"/>
          </p:nvPr>
        </p:nvSpPr>
        <p:spPr>
          <a:xfrm>
            <a:off x="436725" y="3205792"/>
            <a:ext cx="41823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03" name="Google Shape;203;p12"/>
          <p:cNvSpPr txBox="1"/>
          <p:nvPr>
            <p:ph idx="8" type="subTitle"/>
          </p:nvPr>
        </p:nvSpPr>
        <p:spPr>
          <a:xfrm>
            <a:off x="436725" y="3686700"/>
            <a:ext cx="17085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04" name="Google Shape;204;p12"/>
          <p:cNvSpPr txBox="1"/>
          <p:nvPr>
            <p:ph idx="9" type="subTitle"/>
          </p:nvPr>
        </p:nvSpPr>
        <p:spPr>
          <a:xfrm>
            <a:off x="3027525" y="3686700"/>
            <a:ext cx="17085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05" name="Google Shape;205;p1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06" name="Google Shape;206;p12"/>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07" name="Google Shape;207;p12"/>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08" name="Google Shape;208;p12"/>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3">
  <p:cSld name="CUSTOM_8_1_1_1">
    <p:spTree>
      <p:nvGrpSpPr>
        <p:cNvPr id="209" name="Shape 209"/>
        <p:cNvGrpSpPr/>
        <p:nvPr/>
      </p:nvGrpSpPr>
      <p:grpSpPr>
        <a:xfrm>
          <a:off x="0" y="0"/>
          <a:ext cx="0" cy="0"/>
          <a:chOff x="0" y="0"/>
          <a:chExt cx="0" cy="0"/>
        </a:xfrm>
      </p:grpSpPr>
      <p:sp>
        <p:nvSpPr>
          <p:cNvPr id="210" name="Google Shape;210;p13"/>
          <p:cNvSpPr txBox="1"/>
          <p:nvPr>
            <p:ph idx="1" type="subTitle"/>
          </p:nvPr>
        </p:nvSpPr>
        <p:spPr>
          <a:xfrm>
            <a:off x="6446974" y="814800"/>
            <a:ext cx="22200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11" name="Google Shape;211;p13"/>
          <p:cNvSpPr txBox="1"/>
          <p:nvPr>
            <p:ph idx="2"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12" name="Google Shape;212;p13"/>
          <p:cNvSpPr txBox="1"/>
          <p:nvPr>
            <p:ph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13" name="Google Shape;213;p13"/>
          <p:cNvSpPr txBox="1"/>
          <p:nvPr>
            <p:ph idx="3" type="subTitle"/>
          </p:nvPr>
        </p:nvSpPr>
        <p:spPr>
          <a:xfrm>
            <a:off x="436725" y="1961998"/>
            <a:ext cx="4182300" cy="8025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4" name="Google Shape;214;p13"/>
          <p:cNvSpPr txBox="1"/>
          <p:nvPr>
            <p:ph idx="4" type="subTitle"/>
          </p:nvPr>
        </p:nvSpPr>
        <p:spPr>
          <a:xfrm>
            <a:off x="436725" y="3219125"/>
            <a:ext cx="21864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15" name="Google Shape;215;p13"/>
          <p:cNvSpPr txBox="1"/>
          <p:nvPr>
            <p:ph idx="5" type="subTitle"/>
          </p:nvPr>
        </p:nvSpPr>
        <p:spPr>
          <a:xfrm>
            <a:off x="436725" y="3706675"/>
            <a:ext cx="21864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6" name="Google Shape;216;p13"/>
          <p:cNvSpPr txBox="1"/>
          <p:nvPr>
            <p:ph idx="6" type="subTitle"/>
          </p:nvPr>
        </p:nvSpPr>
        <p:spPr>
          <a:xfrm>
            <a:off x="3472800" y="3219125"/>
            <a:ext cx="21864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17" name="Google Shape;217;p13"/>
          <p:cNvSpPr txBox="1"/>
          <p:nvPr>
            <p:ph idx="7" type="subTitle"/>
          </p:nvPr>
        </p:nvSpPr>
        <p:spPr>
          <a:xfrm>
            <a:off x="3472800" y="3706675"/>
            <a:ext cx="21864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8" name="Google Shape;218;p13"/>
          <p:cNvSpPr txBox="1"/>
          <p:nvPr>
            <p:ph idx="8" type="subTitle"/>
          </p:nvPr>
        </p:nvSpPr>
        <p:spPr>
          <a:xfrm>
            <a:off x="6702724" y="1605750"/>
            <a:ext cx="1708500" cy="138600"/>
          </a:xfrm>
          <a:prstGeom prst="rect">
            <a:avLst/>
          </a:prstGeom>
        </p:spPr>
        <p:txBody>
          <a:bodyPr anchorCtr="0" anchor="t" bIns="0" lIns="0" spcFirstLastPara="1" rIns="0" wrap="square" tIns="0">
            <a:noAutofit/>
          </a:bodyPr>
          <a:lstStyle>
            <a:lvl1pPr lvl="0"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9" name="Google Shape;219;p13"/>
          <p:cNvSpPr txBox="1"/>
          <p:nvPr>
            <p:ph idx="9" type="subTitle"/>
          </p:nvPr>
        </p:nvSpPr>
        <p:spPr>
          <a:xfrm>
            <a:off x="6702724" y="1751007"/>
            <a:ext cx="1708500" cy="8325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sp>
        <p:nvSpPr>
          <p:cNvPr id="220" name="Google Shape;220;p1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21" name="Google Shape;221;p13"/>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22" name="Google Shape;222;p13"/>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23" name="Google Shape;223;p13"/>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
    <p:bg>
      <p:bgPr>
        <a:solidFill>
          <a:schemeClr val="dk2"/>
        </a:solidFill>
      </p:bgPr>
    </p:bg>
    <p:spTree>
      <p:nvGrpSpPr>
        <p:cNvPr id="224" name="Shape 224"/>
        <p:cNvGrpSpPr/>
        <p:nvPr/>
      </p:nvGrpSpPr>
      <p:grpSpPr>
        <a:xfrm>
          <a:off x="0" y="0"/>
          <a:ext cx="0" cy="0"/>
          <a:chOff x="0" y="0"/>
          <a:chExt cx="0" cy="0"/>
        </a:xfrm>
      </p:grpSpPr>
      <p:sp>
        <p:nvSpPr>
          <p:cNvPr id="225" name="Google Shape;225;p14"/>
          <p:cNvSpPr/>
          <p:nvPr/>
        </p:nvSpPr>
        <p:spPr>
          <a:xfrm>
            <a:off x="6411926"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3</a:t>
            </a:r>
            <a:endParaRPr sz="1600">
              <a:solidFill>
                <a:schemeClr val="accent4"/>
              </a:solidFill>
              <a:latin typeface="IBM Plex Sans"/>
              <a:ea typeface="IBM Plex Sans"/>
              <a:cs typeface="IBM Plex Sans"/>
              <a:sym typeface="IBM Plex Sans"/>
            </a:endParaRPr>
          </a:p>
        </p:txBody>
      </p:sp>
      <p:sp>
        <p:nvSpPr>
          <p:cNvPr id="226" name="Google Shape;226;p14"/>
          <p:cNvSpPr/>
          <p:nvPr/>
        </p:nvSpPr>
        <p:spPr>
          <a:xfrm>
            <a:off x="436801"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1</a:t>
            </a:r>
            <a:endParaRPr sz="1600">
              <a:solidFill>
                <a:schemeClr val="accent4"/>
              </a:solidFill>
              <a:latin typeface="IBM Plex Sans"/>
              <a:ea typeface="IBM Plex Sans"/>
              <a:cs typeface="IBM Plex Sans"/>
              <a:sym typeface="IBM Plex Sans"/>
            </a:endParaRPr>
          </a:p>
        </p:txBody>
      </p:sp>
      <p:sp>
        <p:nvSpPr>
          <p:cNvPr id="227" name="Google Shape;227;p14"/>
          <p:cNvSpPr/>
          <p:nvPr/>
        </p:nvSpPr>
        <p:spPr>
          <a:xfrm>
            <a:off x="3487789"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2</a:t>
            </a:r>
            <a:endParaRPr sz="1600">
              <a:solidFill>
                <a:schemeClr val="accent4"/>
              </a:solidFill>
              <a:latin typeface="IBM Plex Sans"/>
              <a:ea typeface="IBM Plex Sans"/>
              <a:cs typeface="IBM Plex Sans"/>
              <a:sym typeface="IBM Plex Sans"/>
            </a:endParaRPr>
          </a:p>
        </p:txBody>
      </p:sp>
      <p:sp>
        <p:nvSpPr>
          <p:cNvPr id="228" name="Google Shape;228;p14"/>
          <p:cNvSpPr txBox="1"/>
          <p:nvPr>
            <p:ph idx="1" type="subTitle"/>
          </p:nvPr>
        </p:nvSpPr>
        <p:spPr>
          <a:xfrm>
            <a:off x="436725"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29" name="Google Shape;229;p14"/>
          <p:cNvSpPr txBox="1"/>
          <p:nvPr>
            <p:ph idx="2" type="subTitle"/>
          </p:nvPr>
        </p:nvSpPr>
        <p:spPr>
          <a:xfrm>
            <a:off x="3490450"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30" name="Google Shape;230;p14"/>
          <p:cNvSpPr txBox="1"/>
          <p:nvPr>
            <p:ph idx="3" type="subTitle"/>
          </p:nvPr>
        </p:nvSpPr>
        <p:spPr>
          <a:xfrm>
            <a:off x="6424500"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31" name="Google Shape;231;p14"/>
          <p:cNvSpPr txBox="1"/>
          <p:nvPr>
            <p:ph idx="4" type="subTitle"/>
          </p:nvPr>
        </p:nvSpPr>
        <p:spPr>
          <a:xfrm>
            <a:off x="436725" y="814797"/>
            <a:ext cx="27192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32" name="Google Shape;232;p14"/>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33" name="Google Shape;233;p1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1pPr>
            <a:lvl2pPr indent="0" lvl="1"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2pPr>
            <a:lvl3pPr indent="0" lvl="2"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3pPr>
            <a:lvl4pPr indent="0" lvl="3"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4pPr>
            <a:lvl5pPr indent="0" lvl="4"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5pPr>
            <a:lvl6pPr indent="0" lvl="5"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6pPr>
            <a:lvl7pPr indent="0" lvl="6"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7pPr>
            <a:lvl8pPr indent="0" lvl="7"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8pPr>
            <a:lvl9pPr indent="0" lvl="8"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34" name="Google Shape;234;p14"/>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35" name="Google Shape;235;p14"/>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36" name="Google Shape;236;p14"/>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237" name="Google Shape;237;p14"/>
          <p:cNvSpPr txBox="1"/>
          <p:nvPr>
            <p:ph idx="7" type="body"/>
          </p:nvPr>
        </p:nvSpPr>
        <p:spPr>
          <a:xfrm>
            <a:off x="436800"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38" name="Google Shape;238;p14"/>
          <p:cNvSpPr txBox="1"/>
          <p:nvPr>
            <p:ph idx="8" type="body"/>
          </p:nvPr>
        </p:nvSpPr>
        <p:spPr>
          <a:xfrm>
            <a:off x="3490438"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39" name="Google Shape;239;p14"/>
          <p:cNvSpPr txBox="1"/>
          <p:nvPr>
            <p:ph idx="9" type="body"/>
          </p:nvPr>
        </p:nvSpPr>
        <p:spPr>
          <a:xfrm>
            <a:off x="6411925"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p:cSld name="CUSTOM_7">
    <p:bg>
      <p:bgPr>
        <a:solidFill>
          <a:schemeClr val="dk2"/>
        </a:solidFill>
      </p:bgPr>
    </p:bg>
    <p:spTree>
      <p:nvGrpSpPr>
        <p:cNvPr id="240" name="Shape 240"/>
        <p:cNvGrpSpPr/>
        <p:nvPr/>
      </p:nvGrpSpPr>
      <p:grpSpPr>
        <a:xfrm>
          <a:off x="0" y="0"/>
          <a:ext cx="0" cy="0"/>
          <a:chOff x="0" y="0"/>
          <a:chExt cx="0" cy="0"/>
        </a:xfrm>
      </p:grpSpPr>
      <p:sp>
        <p:nvSpPr>
          <p:cNvPr id="241" name="Google Shape;241;p15"/>
          <p:cNvSpPr txBox="1"/>
          <p:nvPr>
            <p:ph type="title"/>
          </p:nvPr>
        </p:nvSpPr>
        <p:spPr>
          <a:xfrm>
            <a:off x="436725" y="457200"/>
            <a:ext cx="82302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42" name="Google Shape;242;p1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43" name="Google Shape;243;p15"/>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44" name="Google Shape;244;p15"/>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45" name="Google Shape;245;p15"/>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1">
    <p:bg>
      <p:bgPr>
        <a:solidFill>
          <a:schemeClr val="dk2"/>
        </a:solidFill>
      </p:bgPr>
    </p:bg>
    <p:spTree>
      <p:nvGrpSpPr>
        <p:cNvPr id="246" name="Shape 246"/>
        <p:cNvGrpSpPr/>
        <p:nvPr/>
      </p:nvGrpSpPr>
      <p:grpSpPr>
        <a:xfrm>
          <a:off x="0" y="0"/>
          <a:ext cx="0" cy="0"/>
          <a:chOff x="0" y="0"/>
          <a:chExt cx="0" cy="0"/>
        </a:xfrm>
      </p:grpSpPr>
      <p:sp>
        <p:nvSpPr>
          <p:cNvPr id="247" name="Google Shape;247;p16"/>
          <p:cNvSpPr txBox="1"/>
          <p:nvPr>
            <p:ph idx="1" type="subTitle"/>
          </p:nvPr>
        </p:nvSpPr>
        <p:spPr>
          <a:xfrm>
            <a:off x="436725"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48" name="Google Shape;248;p16"/>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49" name="Google Shape;249;p16"/>
          <p:cNvSpPr txBox="1"/>
          <p:nvPr>
            <p:ph idx="2" type="subTitle"/>
          </p:nvPr>
        </p:nvSpPr>
        <p:spPr>
          <a:xfrm>
            <a:off x="436725"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0" name="Google Shape;250;p16"/>
          <p:cNvSpPr txBox="1"/>
          <p:nvPr>
            <p:ph idx="3" type="subTitle"/>
          </p:nvPr>
        </p:nvSpPr>
        <p:spPr>
          <a:xfrm>
            <a:off x="3431950"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1" name="Google Shape;251;p16"/>
          <p:cNvSpPr txBox="1"/>
          <p:nvPr>
            <p:ph idx="4" type="subTitle"/>
          </p:nvPr>
        </p:nvSpPr>
        <p:spPr>
          <a:xfrm>
            <a:off x="3431950"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2" name="Google Shape;252;p16"/>
          <p:cNvSpPr txBox="1"/>
          <p:nvPr>
            <p:ph idx="5" type="subTitle"/>
          </p:nvPr>
        </p:nvSpPr>
        <p:spPr>
          <a:xfrm>
            <a:off x="6368675"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3" name="Google Shape;253;p16"/>
          <p:cNvSpPr txBox="1"/>
          <p:nvPr>
            <p:ph idx="6" type="subTitle"/>
          </p:nvPr>
        </p:nvSpPr>
        <p:spPr>
          <a:xfrm>
            <a:off x="6368675"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4" name="Google Shape;254;p16"/>
          <p:cNvSpPr txBox="1"/>
          <p:nvPr>
            <p:ph idx="7" type="subTitle"/>
          </p:nvPr>
        </p:nvSpPr>
        <p:spPr>
          <a:xfrm>
            <a:off x="436725" y="814799"/>
            <a:ext cx="271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5" name="Google Shape;255;p1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56" name="Google Shape;256;p16"/>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57" name="Google Shape;257;p16"/>
          <p:cNvSpPr txBox="1"/>
          <p:nvPr>
            <p:ph idx="8"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58" name="Google Shape;258;p16"/>
          <p:cNvSpPr txBox="1"/>
          <p:nvPr>
            <p:ph idx="9"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259" name="Google Shape;259;p16"/>
          <p:cNvSpPr txBox="1"/>
          <p:nvPr>
            <p:ph idx="13" type="body"/>
          </p:nvPr>
        </p:nvSpPr>
        <p:spPr>
          <a:xfrm>
            <a:off x="436800"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60" name="Google Shape;260;p16"/>
          <p:cNvSpPr txBox="1"/>
          <p:nvPr>
            <p:ph idx="14" type="body"/>
          </p:nvPr>
        </p:nvSpPr>
        <p:spPr>
          <a:xfrm>
            <a:off x="3490438"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61" name="Google Shape;261;p16"/>
          <p:cNvSpPr txBox="1"/>
          <p:nvPr>
            <p:ph idx="15" type="body"/>
          </p:nvPr>
        </p:nvSpPr>
        <p:spPr>
          <a:xfrm>
            <a:off x="6411925"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9">
    <p:bg>
      <p:bgPr>
        <a:solidFill>
          <a:schemeClr val="lt2"/>
        </a:solidFill>
      </p:bgPr>
    </p:bg>
    <p:spTree>
      <p:nvGrpSpPr>
        <p:cNvPr id="262" name="Shape 262"/>
        <p:cNvGrpSpPr/>
        <p:nvPr/>
      </p:nvGrpSpPr>
      <p:grpSpPr>
        <a:xfrm>
          <a:off x="0" y="0"/>
          <a:ext cx="0" cy="0"/>
          <a:chOff x="0" y="0"/>
          <a:chExt cx="0" cy="0"/>
        </a:xfrm>
      </p:grpSpPr>
      <p:sp>
        <p:nvSpPr>
          <p:cNvPr id="263" name="Google Shape;263;p17"/>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64" name="Google Shape;264;p17"/>
          <p:cNvSpPr txBox="1"/>
          <p:nvPr>
            <p:ph idx="1" type="subTitle"/>
          </p:nvPr>
        </p:nvSpPr>
        <p:spPr>
          <a:xfrm>
            <a:off x="436725"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5" name="Google Shape;265;p17"/>
          <p:cNvSpPr txBox="1"/>
          <p:nvPr>
            <p:ph idx="2" type="subTitle"/>
          </p:nvPr>
        </p:nvSpPr>
        <p:spPr>
          <a:xfrm>
            <a:off x="3360229"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6" name="Google Shape;266;p17"/>
          <p:cNvSpPr txBox="1"/>
          <p:nvPr>
            <p:ph idx="3" type="subTitle"/>
          </p:nvPr>
        </p:nvSpPr>
        <p:spPr>
          <a:xfrm>
            <a:off x="6420029"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7" name="Google Shape;267;p17"/>
          <p:cNvSpPr txBox="1"/>
          <p:nvPr>
            <p:ph idx="4" type="subTitle"/>
          </p:nvPr>
        </p:nvSpPr>
        <p:spPr>
          <a:xfrm>
            <a:off x="436725" y="814799"/>
            <a:ext cx="271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8" name="Google Shape;268;p1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69" name="Google Shape;269;p17"/>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70" name="Google Shape;270;p17"/>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71" name="Google Shape;271;p17"/>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72" name="Shape 272"/>
        <p:cNvGrpSpPr/>
        <p:nvPr/>
      </p:nvGrpSpPr>
      <p:grpSpPr>
        <a:xfrm>
          <a:off x="0" y="0"/>
          <a:ext cx="0" cy="0"/>
          <a:chOff x="0" y="0"/>
          <a:chExt cx="0" cy="0"/>
        </a:xfrm>
      </p:grpSpPr>
      <p:sp>
        <p:nvSpPr>
          <p:cNvPr id="273" name="Google Shape;273;p18"/>
          <p:cNvSpPr txBox="1"/>
          <p:nvPr>
            <p:ph idx="1" type="subTitle"/>
          </p:nvPr>
        </p:nvSpPr>
        <p:spPr>
          <a:xfrm>
            <a:off x="6600775" y="2561222"/>
            <a:ext cx="1877400" cy="485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74" name="Google Shape;274;p18"/>
          <p:cNvSpPr txBox="1"/>
          <p:nvPr>
            <p:ph idx="2" type="body"/>
          </p:nvPr>
        </p:nvSpPr>
        <p:spPr>
          <a:xfrm>
            <a:off x="3479850" y="4132200"/>
            <a:ext cx="2271000" cy="778200"/>
          </a:xfrm>
          <a:prstGeom prst="rect">
            <a:avLst/>
          </a:prstGeom>
        </p:spPr>
        <p:txBody>
          <a:bodyPr anchorCtr="0" anchor="b" bIns="91425" lIns="0" spcFirstLastPara="1" rIns="0" wrap="square" tIns="0">
            <a:no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0"/>
              </a:spcBef>
              <a:spcAft>
                <a:spcPts val="0"/>
              </a:spcAft>
              <a:buClr>
                <a:schemeClr val="lt1"/>
              </a:buClr>
              <a:buSzPts val="1200"/>
              <a:buFont typeface="IBM Plex Sans"/>
              <a:buChar char="○"/>
              <a:defRPr sz="1200">
                <a:solidFill>
                  <a:schemeClr val="lt1"/>
                </a:solidFill>
              </a:defRPr>
            </a:lvl2pPr>
            <a:lvl3pPr indent="-304800" lvl="2" marL="1371600" algn="ctr">
              <a:spcBef>
                <a:spcPts val="0"/>
              </a:spcBef>
              <a:spcAft>
                <a:spcPts val="0"/>
              </a:spcAft>
              <a:buClr>
                <a:schemeClr val="lt1"/>
              </a:buClr>
              <a:buSzPts val="1200"/>
              <a:buFont typeface="IBM Plex Sans"/>
              <a:buChar char="■"/>
              <a:defRPr sz="1200">
                <a:solidFill>
                  <a:schemeClr val="lt1"/>
                </a:solidFill>
              </a:defRPr>
            </a:lvl3pPr>
            <a:lvl4pPr indent="-304800" lvl="3" marL="1828800" algn="ctr">
              <a:spcBef>
                <a:spcPts val="0"/>
              </a:spcBef>
              <a:spcAft>
                <a:spcPts val="0"/>
              </a:spcAft>
              <a:buClr>
                <a:schemeClr val="lt1"/>
              </a:buClr>
              <a:buSzPts val="1200"/>
              <a:buFont typeface="IBM Plex Sans"/>
              <a:buChar char="●"/>
              <a:defRPr sz="1200">
                <a:solidFill>
                  <a:schemeClr val="lt1"/>
                </a:solidFill>
              </a:defRPr>
            </a:lvl4pPr>
            <a:lvl5pPr indent="-304800" lvl="4" marL="2286000" algn="ctr">
              <a:spcBef>
                <a:spcPts val="0"/>
              </a:spcBef>
              <a:spcAft>
                <a:spcPts val="0"/>
              </a:spcAft>
              <a:buClr>
                <a:schemeClr val="lt1"/>
              </a:buClr>
              <a:buSzPts val="1200"/>
              <a:buFont typeface="IBM Plex Sans"/>
              <a:buChar char="○"/>
              <a:defRPr sz="1200">
                <a:solidFill>
                  <a:schemeClr val="lt1"/>
                </a:solidFill>
              </a:defRPr>
            </a:lvl5pPr>
            <a:lvl6pPr indent="-304800" lvl="5" marL="2743200" algn="ctr">
              <a:spcBef>
                <a:spcPts val="0"/>
              </a:spcBef>
              <a:spcAft>
                <a:spcPts val="0"/>
              </a:spcAft>
              <a:buClr>
                <a:schemeClr val="lt1"/>
              </a:buClr>
              <a:buSzPts val="1200"/>
              <a:buFont typeface="IBM Plex Sans"/>
              <a:buChar char="■"/>
              <a:defRPr sz="1200">
                <a:solidFill>
                  <a:schemeClr val="lt1"/>
                </a:solidFill>
              </a:defRPr>
            </a:lvl6pPr>
            <a:lvl7pPr indent="-304800" lvl="6" marL="3200400" algn="ctr">
              <a:spcBef>
                <a:spcPts val="0"/>
              </a:spcBef>
              <a:spcAft>
                <a:spcPts val="0"/>
              </a:spcAft>
              <a:buClr>
                <a:schemeClr val="lt1"/>
              </a:buClr>
              <a:buSzPts val="1200"/>
              <a:buFont typeface="IBM Plex Sans"/>
              <a:buChar char="●"/>
              <a:defRPr sz="1200">
                <a:solidFill>
                  <a:schemeClr val="lt1"/>
                </a:solidFill>
              </a:defRPr>
            </a:lvl7pPr>
            <a:lvl8pPr indent="-304800" lvl="7" marL="3657600" algn="ctr">
              <a:spcBef>
                <a:spcPts val="0"/>
              </a:spcBef>
              <a:spcAft>
                <a:spcPts val="0"/>
              </a:spcAft>
              <a:buClr>
                <a:schemeClr val="lt1"/>
              </a:buClr>
              <a:buSzPts val="1200"/>
              <a:buFont typeface="IBM Plex Sans"/>
              <a:buChar char="○"/>
              <a:defRPr sz="1200">
                <a:solidFill>
                  <a:schemeClr val="lt1"/>
                </a:solidFill>
              </a:defRPr>
            </a:lvl8pPr>
            <a:lvl9pPr indent="-304800" lvl="8" marL="4114800" algn="ctr">
              <a:spcBef>
                <a:spcPts val="0"/>
              </a:spcBef>
              <a:spcAft>
                <a:spcPts val="0"/>
              </a:spcAft>
              <a:buClr>
                <a:schemeClr val="lt1"/>
              </a:buClr>
              <a:buSzPts val="1200"/>
              <a:buFont typeface="IBM Plex Sans"/>
              <a:buChar char="■"/>
              <a:defRPr sz="1200">
                <a:solidFill>
                  <a:schemeClr val="lt1"/>
                </a:solidFill>
              </a:defRPr>
            </a:lvl9pPr>
          </a:lstStyle>
          <a:p/>
        </p:txBody>
      </p:sp>
      <p:sp>
        <p:nvSpPr>
          <p:cNvPr id="275" name="Google Shape;275;p18"/>
          <p:cNvSpPr txBox="1"/>
          <p:nvPr>
            <p:ph idx="3" type="subTitle"/>
          </p:nvPr>
        </p:nvSpPr>
        <p:spPr>
          <a:xfrm>
            <a:off x="440575" y="2672701"/>
            <a:ext cx="23667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76" name="Google Shape;276;p18"/>
          <p:cNvSpPr txBox="1"/>
          <p:nvPr>
            <p:ph idx="4" type="body"/>
          </p:nvPr>
        </p:nvSpPr>
        <p:spPr>
          <a:xfrm>
            <a:off x="436800" y="3140767"/>
            <a:ext cx="2366700" cy="17715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77" name="Google Shape;277;p18"/>
          <p:cNvSpPr txBox="1"/>
          <p:nvPr>
            <p:ph idx="5" type="subTitle"/>
          </p:nvPr>
        </p:nvSpPr>
        <p:spPr>
          <a:xfrm>
            <a:off x="3633300" y="3251650"/>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78" name="Google Shape;278;p18"/>
          <p:cNvSpPr txBox="1"/>
          <p:nvPr>
            <p:ph idx="6" type="subTitle"/>
          </p:nvPr>
        </p:nvSpPr>
        <p:spPr>
          <a:xfrm>
            <a:off x="6600775" y="3251650"/>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79" name="Google Shape;279;p18"/>
          <p:cNvSpPr txBox="1"/>
          <p:nvPr>
            <p:ph idx="7" type="subTitle"/>
          </p:nvPr>
        </p:nvSpPr>
        <p:spPr>
          <a:xfrm>
            <a:off x="6600775" y="4569325"/>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80" name="Google Shape;280;p18"/>
          <p:cNvSpPr txBox="1"/>
          <p:nvPr>
            <p:ph idx="8" type="subTitle"/>
          </p:nvPr>
        </p:nvSpPr>
        <p:spPr>
          <a:xfrm>
            <a:off x="3633300" y="2561222"/>
            <a:ext cx="1877400" cy="485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81" name="Google Shape;281;p18"/>
          <p:cNvSpPr txBox="1"/>
          <p:nvPr>
            <p:ph idx="9"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82" name="Google Shape;282;p18"/>
          <p:cNvSpPr txBox="1"/>
          <p:nvPr>
            <p:ph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83" name="Google Shape;283;p1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84" name="Google Shape;284;p18"/>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85" name="Google Shape;285;p18"/>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86" name="Google Shape;286;p18"/>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8">
  <p:cSld name="CUSTOM_11_1_1">
    <p:bg>
      <p:bgPr>
        <a:solidFill>
          <a:schemeClr val="dk2"/>
        </a:solidFill>
      </p:bgPr>
    </p:bg>
    <p:spTree>
      <p:nvGrpSpPr>
        <p:cNvPr id="287" name="Shape 287"/>
        <p:cNvGrpSpPr/>
        <p:nvPr/>
      </p:nvGrpSpPr>
      <p:grpSpPr>
        <a:xfrm>
          <a:off x="0" y="0"/>
          <a:ext cx="0" cy="0"/>
          <a:chOff x="0" y="0"/>
          <a:chExt cx="0" cy="0"/>
        </a:xfrm>
      </p:grpSpPr>
      <p:cxnSp>
        <p:nvCxnSpPr>
          <p:cNvPr id="288" name="Google Shape;288;p19"/>
          <p:cNvCxnSpPr/>
          <p:nvPr/>
        </p:nvCxnSpPr>
        <p:spPr>
          <a:xfrm>
            <a:off x="3146975" y="0"/>
            <a:ext cx="0" cy="5143500"/>
          </a:xfrm>
          <a:prstGeom prst="straightConnector1">
            <a:avLst/>
          </a:prstGeom>
          <a:noFill/>
          <a:ln cap="flat" cmpd="sng" w="9525">
            <a:solidFill>
              <a:schemeClr val="lt2"/>
            </a:solidFill>
            <a:prstDash val="solid"/>
            <a:round/>
            <a:headEnd len="med" w="med" type="none"/>
            <a:tailEnd len="med" w="med" type="none"/>
          </a:ln>
        </p:spPr>
      </p:cxnSp>
      <p:sp>
        <p:nvSpPr>
          <p:cNvPr id="289" name="Google Shape;289;p19"/>
          <p:cNvSpPr txBox="1"/>
          <p:nvPr>
            <p:ph idx="1" type="subTitle"/>
          </p:nvPr>
        </p:nvSpPr>
        <p:spPr>
          <a:xfrm>
            <a:off x="436725" y="814800"/>
            <a:ext cx="23019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90" name="Google Shape;290;p19"/>
          <p:cNvSpPr txBox="1"/>
          <p:nvPr>
            <p:ph type="title"/>
          </p:nvPr>
        </p:nvSpPr>
        <p:spPr>
          <a:xfrm>
            <a:off x="436725" y="1231825"/>
            <a:ext cx="23019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91" name="Google Shape;291;p19"/>
          <p:cNvSpPr txBox="1"/>
          <p:nvPr>
            <p:ph idx="2" type="subTitle"/>
          </p:nvPr>
        </p:nvSpPr>
        <p:spPr>
          <a:xfrm>
            <a:off x="3687450" y="8148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2" name="Google Shape;292;p19"/>
          <p:cNvSpPr txBox="1"/>
          <p:nvPr>
            <p:ph idx="3" type="subTitle"/>
          </p:nvPr>
        </p:nvSpPr>
        <p:spPr>
          <a:xfrm>
            <a:off x="5948075" y="8148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3" name="Google Shape;293;p19"/>
          <p:cNvSpPr txBox="1"/>
          <p:nvPr>
            <p:ph idx="4" type="subTitle"/>
          </p:nvPr>
        </p:nvSpPr>
        <p:spPr>
          <a:xfrm>
            <a:off x="3687450" y="18351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4" name="Google Shape;294;p19"/>
          <p:cNvSpPr txBox="1"/>
          <p:nvPr>
            <p:ph idx="5" type="subTitle"/>
          </p:nvPr>
        </p:nvSpPr>
        <p:spPr>
          <a:xfrm>
            <a:off x="5948075" y="18351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5" name="Google Shape;295;p19"/>
          <p:cNvSpPr txBox="1"/>
          <p:nvPr>
            <p:ph idx="6" type="subTitle"/>
          </p:nvPr>
        </p:nvSpPr>
        <p:spPr>
          <a:xfrm>
            <a:off x="3687450" y="28554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6" name="Google Shape;296;p19"/>
          <p:cNvSpPr txBox="1"/>
          <p:nvPr>
            <p:ph idx="7" type="subTitle"/>
          </p:nvPr>
        </p:nvSpPr>
        <p:spPr>
          <a:xfrm>
            <a:off x="5948075" y="28554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7" name="Google Shape;297;p19"/>
          <p:cNvSpPr txBox="1"/>
          <p:nvPr>
            <p:ph idx="8" type="subTitle"/>
          </p:nvPr>
        </p:nvSpPr>
        <p:spPr>
          <a:xfrm>
            <a:off x="3687450" y="38757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8" name="Google Shape;298;p19"/>
          <p:cNvSpPr txBox="1"/>
          <p:nvPr>
            <p:ph idx="9" type="subTitle"/>
          </p:nvPr>
        </p:nvSpPr>
        <p:spPr>
          <a:xfrm>
            <a:off x="5948075" y="38757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grpSp>
        <p:nvGrpSpPr>
          <p:cNvPr id="299" name="Google Shape;299;p19"/>
          <p:cNvGrpSpPr/>
          <p:nvPr/>
        </p:nvGrpSpPr>
        <p:grpSpPr>
          <a:xfrm>
            <a:off x="-2496534" y="3870995"/>
            <a:ext cx="6226684" cy="6226684"/>
            <a:chOff x="-3059650" y="1891300"/>
            <a:chExt cx="7160400" cy="7160400"/>
          </a:xfrm>
        </p:grpSpPr>
        <p:sp>
          <p:nvSpPr>
            <p:cNvPr id="300" name="Google Shape;300;p19"/>
            <p:cNvSpPr/>
            <p:nvPr/>
          </p:nvSpPr>
          <p:spPr>
            <a:xfrm flipH="1" rot="5400000">
              <a:off x="-3059650" y="1891300"/>
              <a:ext cx="7160400" cy="7160400"/>
            </a:xfrm>
            <a:prstGeom prst="arc">
              <a:avLst>
                <a:gd fmla="val 18371962" name="adj1"/>
                <a:gd fmla="val 69257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01" name="Google Shape;301;p19"/>
            <p:cNvSpPr/>
            <p:nvPr/>
          </p:nvSpPr>
          <p:spPr>
            <a:xfrm flipH="1" rot="5400000">
              <a:off x="-1851199" y="3109695"/>
              <a:ext cx="4734900" cy="4735200"/>
            </a:xfrm>
            <a:prstGeom prst="arc">
              <a:avLst>
                <a:gd fmla="val 20003341" name="adj1"/>
                <a:gd fmla="val 105165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02" name="Google Shape;302;p19"/>
            <p:cNvSpPr/>
            <p:nvPr/>
          </p:nvSpPr>
          <p:spPr>
            <a:xfrm>
              <a:off x="558070" y="1959534"/>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303" name="Google Shape;303;p1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304" name="Google Shape;304;p19"/>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305" name="Google Shape;305;p19"/>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06" name="Google Shape;306;p19"/>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12">
    <p:spTree>
      <p:nvGrpSpPr>
        <p:cNvPr id="307" name="Shape 307"/>
        <p:cNvGrpSpPr/>
        <p:nvPr/>
      </p:nvGrpSpPr>
      <p:grpSpPr>
        <a:xfrm>
          <a:off x="0" y="0"/>
          <a:ext cx="0" cy="0"/>
          <a:chOff x="0" y="0"/>
          <a:chExt cx="0" cy="0"/>
        </a:xfrm>
      </p:grpSpPr>
      <p:sp>
        <p:nvSpPr>
          <p:cNvPr id="308" name="Google Shape;308;p20"/>
          <p:cNvSpPr txBox="1"/>
          <p:nvPr>
            <p:ph type="title"/>
          </p:nvPr>
        </p:nvSpPr>
        <p:spPr>
          <a:xfrm>
            <a:off x="436725" y="1856744"/>
            <a:ext cx="4182300" cy="1726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309" name="Google Shape;309;p20"/>
          <p:cNvSpPr txBox="1"/>
          <p:nvPr>
            <p:ph idx="1" type="subTitle"/>
          </p:nvPr>
        </p:nvSpPr>
        <p:spPr>
          <a:xfrm>
            <a:off x="436725" y="4040806"/>
            <a:ext cx="43467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310" name="Google Shape;310;p2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grpSp>
        <p:nvGrpSpPr>
          <p:cNvPr id="311" name="Google Shape;311;p20"/>
          <p:cNvGrpSpPr/>
          <p:nvPr/>
        </p:nvGrpSpPr>
        <p:grpSpPr>
          <a:xfrm>
            <a:off x="4617928" y="-2295175"/>
            <a:ext cx="8097623" cy="8097300"/>
            <a:chOff x="4617928" y="-2295175"/>
            <a:chExt cx="8097623" cy="8097300"/>
          </a:xfrm>
        </p:grpSpPr>
        <p:sp>
          <p:nvSpPr>
            <p:cNvPr id="312" name="Google Shape;312;p20"/>
            <p:cNvSpPr/>
            <p:nvPr/>
          </p:nvSpPr>
          <p:spPr>
            <a:xfrm rot="10800000">
              <a:off x="7966809" y="4424636"/>
              <a:ext cx="1375200" cy="1375500"/>
            </a:xfrm>
            <a:prstGeom prst="arc">
              <a:avLst>
                <a:gd fmla="val 21412732" name="adj1"/>
                <a:gd fmla="val 8118525"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3" name="Google Shape;313;p20"/>
            <p:cNvSpPr/>
            <p:nvPr/>
          </p:nvSpPr>
          <p:spPr>
            <a:xfrm rot="10800000">
              <a:off x="4617928" y="981337"/>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4" name="Google Shape;314;p20"/>
            <p:cNvSpPr/>
            <p:nvPr/>
          </p:nvSpPr>
          <p:spPr>
            <a:xfrm rot="10800000">
              <a:off x="6503978" y="2402224"/>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5" name="Google Shape;315;p20"/>
            <p:cNvSpPr/>
            <p:nvPr/>
          </p:nvSpPr>
          <p:spPr>
            <a:xfrm rot="10800000">
              <a:off x="4618250" y="-2295175"/>
              <a:ext cx="8097300" cy="8097300"/>
            </a:xfrm>
            <a:prstGeom prst="arc">
              <a:avLst>
                <a:gd fmla="val 18189000" name="adj1"/>
                <a:gd fmla="val 154273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16" name="Google Shape;316;p20"/>
            <p:cNvSpPr/>
            <p:nvPr/>
          </p:nvSpPr>
          <p:spPr>
            <a:xfrm rot="10800000">
              <a:off x="7371951" y="458150"/>
              <a:ext cx="2590200" cy="2590500"/>
            </a:xfrm>
            <a:prstGeom prst="arc">
              <a:avLst>
                <a:gd fmla="val 14906789" name="adj1"/>
                <a:gd fmla="val 669075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7" name="Google Shape;317;p20"/>
            <p:cNvSpPr/>
            <p:nvPr/>
          </p:nvSpPr>
          <p:spPr>
            <a:xfrm rot="10800000">
              <a:off x="5993840" y="-923950"/>
              <a:ext cx="5354400" cy="5354700"/>
            </a:xfrm>
            <a:prstGeom prst="arc">
              <a:avLst>
                <a:gd fmla="val 15584619" name="adj1"/>
                <a:gd fmla="val 2466172"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grpSp>
      <p:cxnSp>
        <p:nvCxnSpPr>
          <p:cNvPr id="318" name="Google Shape;318;p20"/>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0"/>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20" name="Google Shape;320;p20"/>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6_1">
    <p:spTree>
      <p:nvGrpSpPr>
        <p:cNvPr id="321" name="Shape 321"/>
        <p:cNvGrpSpPr/>
        <p:nvPr/>
      </p:nvGrpSpPr>
      <p:grpSpPr>
        <a:xfrm>
          <a:off x="0" y="0"/>
          <a:ext cx="0" cy="0"/>
          <a:chOff x="0" y="0"/>
          <a:chExt cx="0" cy="0"/>
        </a:xfrm>
      </p:grpSpPr>
      <p:sp>
        <p:nvSpPr>
          <p:cNvPr id="322" name="Google Shape;322;p21"/>
          <p:cNvSpPr txBox="1"/>
          <p:nvPr>
            <p:ph type="title"/>
          </p:nvPr>
        </p:nvSpPr>
        <p:spPr>
          <a:xfrm>
            <a:off x="436725" y="2781949"/>
            <a:ext cx="4182300" cy="784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323" name="Google Shape;323;p2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324" name="Google Shape;324;p21"/>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325" name="Google Shape;325;p21"/>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26" name="Google Shape;326;p21"/>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grpSp>
        <p:nvGrpSpPr>
          <p:cNvPr id="327" name="Google Shape;327;p21"/>
          <p:cNvGrpSpPr/>
          <p:nvPr/>
        </p:nvGrpSpPr>
        <p:grpSpPr>
          <a:xfrm rot="10800000">
            <a:off x="4618955" y="-4359904"/>
            <a:ext cx="6916230" cy="6916230"/>
            <a:chOff x="-3059650" y="1891300"/>
            <a:chExt cx="7160400" cy="7160400"/>
          </a:xfrm>
        </p:grpSpPr>
        <p:sp>
          <p:nvSpPr>
            <p:cNvPr id="328" name="Google Shape;328;p21"/>
            <p:cNvSpPr/>
            <p:nvPr/>
          </p:nvSpPr>
          <p:spPr>
            <a:xfrm flipH="1" rot="5400000">
              <a:off x="-3059650" y="1891300"/>
              <a:ext cx="7160400" cy="7160400"/>
            </a:xfrm>
            <a:prstGeom prst="arc">
              <a:avLst>
                <a:gd fmla="val 17100715" name="adj1"/>
                <a:gd fmla="val 107222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29" name="Google Shape;329;p21"/>
            <p:cNvSpPr/>
            <p:nvPr/>
          </p:nvSpPr>
          <p:spPr>
            <a:xfrm flipH="1" rot="5400000">
              <a:off x="-1851199" y="3109695"/>
              <a:ext cx="4734900" cy="4735200"/>
            </a:xfrm>
            <a:prstGeom prst="arc">
              <a:avLst>
                <a:gd fmla="val 17607113" name="adj1"/>
                <a:gd fmla="val 165804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30" name="Google Shape;330;p21"/>
            <p:cNvSpPr/>
            <p:nvPr/>
          </p:nvSpPr>
          <p:spPr>
            <a:xfrm>
              <a:off x="1239430" y="2205756"/>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cxnSp>
        <p:nvCxnSpPr>
          <p:cNvPr id="331" name="Google Shape;331;p21"/>
          <p:cNvCxnSpPr/>
          <p:nvPr/>
        </p:nvCxnSpPr>
        <p:spPr>
          <a:xfrm>
            <a:off x="0" y="2553350"/>
            <a:ext cx="9144000" cy="0"/>
          </a:xfrm>
          <a:prstGeom prst="straightConnector1">
            <a:avLst/>
          </a:prstGeom>
          <a:noFill/>
          <a:ln cap="flat" cmpd="sng" w="9525">
            <a:solidFill>
              <a:schemeClr val="lt2"/>
            </a:solidFill>
            <a:prstDash val="solid"/>
            <a:round/>
            <a:headEnd len="med" w="med" type="none"/>
            <a:tailEnd len="med" w="med" type="none"/>
          </a:ln>
        </p:spPr>
      </p:cxnSp>
      <p:sp>
        <p:nvSpPr>
          <p:cNvPr id="332" name="Google Shape;332;p21"/>
          <p:cNvSpPr txBox="1"/>
          <p:nvPr>
            <p:ph idx="3" type="subTitle"/>
          </p:nvPr>
        </p:nvSpPr>
        <p:spPr>
          <a:xfrm>
            <a:off x="436725" y="3675175"/>
            <a:ext cx="3813000" cy="737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333" name="Google Shape;333;p21"/>
          <p:cNvSpPr txBox="1"/>
          <p:nvPr>
            <p:ph idx="4" type="subTitle"/>
          </p:nvPr>
        </p:nvSpPr>
        <p:spPr>
          <a:xfrm>
            <a:off x="4980750" y="3675175"/>
            <a:ext cx="3813000" cy="737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2"/>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336" name="Google Shape;336;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3"/>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4"/>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1" name="Google Shape;341;p24"/>
          <p:cNvSpPr txBox="1"/>
          <p:nvPr>
            <p:ph idx="1" type="body"/>
          </p:nvPr>
        </p:nvSpPr>
        <p:spPr>
          <a:xfrm>
            <a:off x="311700" y="1152475"/>
            <a:ext cx="8520600" cy="34164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4" name="Google Shape;344;p25"/>
          <p:cNvSpPr txBox="1"/>
          <p:nvPr>
            <p:ph idx="1" type="body"/>
          </p:nvPr>
        </p:nvSpPr>
        <p:spPr>
          <a:xfrm>
            <a:off x="311700" y="1152475"/>
            <a:ext cx="3999900" cy="3416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5" name="Google Shape;345;p25"/>
          <p:cNvSpPr txBox="1"/>
          <p:nvPr>
            <p:ph idx="2" type="body"/>
          </p:nvPr>
        </p:nvSpPr>
        <p:spPr>
          <a:xfrm>
            <a:off x="4832400" y="1152475"/>
            <a:ext cx="3999900" cy="34164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27"/>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50" name="Google Shape;350;p27"/>
          <p:cNvSpPr txBox="1"/>
          <p:nvPr>
            <p:ph idx="1" type="body"/>
          </p:nvPr>
        </p:nvSpPr>
        <p:spPr>
          <a:xfrm>
            <a:off x="311700" y="1389600"/>
            <a:ext cx="2808000" cy="3179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28"/>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29"/>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55" name="Google Shape;355;p2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2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1"/>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61" name="Google Shape;361;p31"/>
          <p:cNvSpPr txBox="1"/>
          <p:nvPr>
            <p:ph idx="1" type="body"/>
          </p:nvPr>
        </p:nvSpPr>
        <p:spPr>
          <a:xfrm>
            <a:off x="311700" y="3152225"/>
            <a:ext cx="8520600" cy="13008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3"/>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4"/>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3" name="Google Shape;373;p34"/>
          <p:cNvSpPr txBox="1"/>
          <p:nvPr>
            <p:ph idx="1" type="body"/>
          </p:nvPr>
        </p:nvSpPr>
        <p:spPr>
          <a:xfrm>
            <a:off x="311700" y="1152475"/>
            <a:ext cx="4473900" cy="34164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35"/>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7" name="Google Shape;377;p35"/>
          <p:cNvSpPr txBox="1"/>
          <p:nvPr>
            <p:ph idx="1" type="body"/>
          </p:nvPr>
        </p:nvSpPr>
        <p:spPr>
          <a:xfrm>
            <a:off x="483150" y="2237788"/>
            <a:ext cx="3619800" cy="23736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35"/>
          <p:cNvSpPr txBox="1"/>
          <p:nvPr>
            <p:ph idx="2" type="body"/>
          </p:nvPr>
        </p:nvSpPr>
        <p:spPr>
          <a:xfrm>
            <a:off x="5048000" y="2237788"/>
            <a:ext cx="36198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36"/>
          <p:cNvSpPr txBox="1"/>
          <p:nvPr>
            <p:ph idx="1" type="body"/>
          </p:nvPr>
        </p:nvSpPr>
        <p:spPr>
          <a:xfrm>
            <a:off x="483175" y="2417500"/>
            <a:ext cx="2455500" cy="23736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3" name="Google Shape;383;p36"/>
          <p:cNvSpPr txBox="1"/>
          <p:nvPr>
            <p:ph idx="2" type="body"/>
          </p:nvPr>
        </p:nvSpPr>
        <p:spPr>
          <a:xfrm>
            <a:off x="3347725" y="2417500"/>
            <a:ext cx="24555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4" name="Google Shape;384;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5" name="Google Shape;38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36"/>
          <p:cNvSpPr txBox="1"/>
          <p:nvPr>
            <p:ph idx="6" type="body"/>
          </p:nvPr>
        </p:nvSpPr>
        <p:spPr>
          <a:xfrm>
            <a:off x="6212275" y="2417500"/>
            <a:ext cx="24555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37"/>
          <p:cNvSpPr txBox="1"/>
          <p:nvPr>
            <p:ph idx="1" type="body"/>
          </p:nvPr>
        </p:nvSpPr>
        <p:spPr>
          <a:xfrm>
            <a:off x="366725" y="1759093"/>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37"/>
          <p:cNvSpPr txBox="1"/>
          <p:nvPr>
            <p:ph idx="2" type="body"/>
          </p:nvPr>
        </p:nvSpPr>
        <p:spPr>
          <a:xfrm>
            <a:off x="4938725" y="1759093"/>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2" name="Google Shape;392;p37"/>
          <p:cNvSpPr txBox="1"/>
          <p:nvPr>
            <p:ph idx="3" type="body"/>
          </p:nvPr>
        </p:nvSpPr>
        <p:spPr>
          <a:xfrm>
            <a:off x="366750" y="3648575"/>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3" name="Google Shape;393;p37"/>
          <p:cNvSpPr txBox="1"/>
          <p:nvPr>
            <p:ph idx="4" type="body"/>
          </p:nvPr>
        </p:nvSpPr>
        <p:spPr>
          <a:xfrm>
            <a:off x="4938750" y="3648575"/>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4" name="Google Shape;394;p37"/>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95" name="Google Shape;39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1" name="Google Shape;40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39"/>
          <p:cNvSpPr txBox="1"/>
          <p:nvPr>
            <p:ph idx="1" type="body"/>
          </p:nvPr>
        </p:nvSpPr>
        <p:spPr>
          <a:xfrm>
            <a:off x="311700" y="4080225"/>
            <a:ext cx="4027500" cy="9261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4" name="Google Shape;404;p39"/>
          <p:cNvSpPr/>
          <p:nvPr>
            <p:ph idx="2" type="pic"/>
          </p:nvPr>
        </p:nvSpPr>
        <p:spPr>
          <a:xfrm>
            <a:off x="4804825" y="1133300"/>
            <a:ext cx="4027500" cy="2392800"/>
          </a:xfrm>
          <a:prstGeom prst="rect">
            <a:avLst/>
          </a:prstGeom>
          <a:noFill/>
          <a:ln>
            <a:noFill/>
          </a:ln>
        </p:spPr>
      </p:sp>
      <p:sp>
        <p:nvSpPr>
          <p:cNvPr id="405" name="Google Shape;405;p39"/>
          <p:cNvSpPr/>
          <p:nvPr>
            <p:ph idx="3" type="pic"/>
          </p:nvPr>
        </p:nvSpPr>
        <p:spPr>
          <a:xfrm>
            <a:off x="311725" y="1133300"/>
            <a:ext cx="4027500" cy="2392800"/>
          </a:xfrm>
          <a:prstGeom prst="rect">
            <a:avLst/>
          </a:prstGeom>
          <a:noFill/>
          <a:ln>
            <a:noFill/>
          </a:ln>
        </p:spPr>
      </p:sp>
      <p:sp>
        <p:nvSpPr>
          <p:cNvPr id="406" name="Google Shape;406;p39"/>
          <p:cNvSpPr txBox="1"/>
          <p:nvPr>
            <p:ph idx="4" type="body"/>
          </p:nvPr>
        </p:nvSpPr>
        <p:spPr>
          <a:xfrm>
            <a:off x="4804825" y="4080225"/>
            <a:ext cx="4027500" cy="926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7" name="Google Shape;407;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8" name="Google Shape;40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0"/>
          <p:cNvSpPr txBox="1"/>
          <p:nvPr>
            <p:ph idx="1" type="body"/>
          </p:nvPr>
        </p:nvSpPr>
        <p:spPr>
          <a:xfrm>
            <a:off x="311700" y="3911700"/>
            <a:ext cx="2627100" cy="10185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2" name="Google Shape;412;p40"/>
          <p:cNvSpPr/>
          <p:nvPr>
            <p:ph idx="2" type="pic"/>
          </p:nvPr>
        </p:nvSpPr>
        <p:spPr>
          <a:xfrm>
            <a:off x="6205225" y="1128325"/>
            <a:ext cx="2627100" cy="2273100"/>
          </a:xfrm>
          <a:prstGeom prst="rect">
            <a:avLst/>
          </a:prstGeom>
          <a:noFill/>
          <a:ln>
            <a:noFill/>
          </a:ln>
        </p:spPr>
      </p:sp>
      <p:sp>
        <p:nvSpPr>
          <p:cNvPr id="413" name="Google Shape;413;p40"/>
          <p:cNvSpPr/>
          <p:nvPr>
            <p:ph idx="3" type="pic"/>
          </p:nvPr>
        </p:nvSpPr>
        <p:spPr>
          <a:xfrm>
            <a:off x="311725" y="1128325"/>
            <a:ext cx="2627100" cy="2273100"/>
          </a:xfrm>
          <a:prstGeom prst="rect">
            <a:avLst/>
          </a:prstGeom>
          <a:noFill/>
          <a:ln>
            <a:noFill/>
          </a:ln>
        </p:spPr>
      </p:sp>
      <p:sp>
        <p:nvSpPr>
          <p:cNvPr id="414" name="Google Shape;414;p40"/>
          <p:cNvSpPr txBox="1"/>
          <p:nvPr>
            <p:ph idx="4" type="body"/>
          </p:nvPr>
        </p:nvSpPr>
        <p:spPr>
          <a:xfrm>
            <a:off x="6205225" y="3911700"/>
            <a:ext cx="2627100" cy="10185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5" name="Google Shape;415;p40"/>
          <p:cNvSpPr/>
          <p:nvPr>
            <p:ph idx="5" type="pic"/>
          </p:nvPr>
        </p:nvSpPr>
        <p:spPr>
          <a:xfrm>
            <a:off x="3255250" y="1128325"/>
            <a:ext cx="2627100" cy="2273100"/>
          </a:xfrm>
          <a:prstGeom prst="rect">
            <a:avLst/>
          </a:prstGeom>
          <a:noFill/>
          <a:ln>
            <a:noFill/>
          </a:ln>
        </p:spPr>
      </p:sp>
      <p:sp>
        <p:nvSpPr>
          <p:cNvPr id="416" name="Google Shape;416;p40"/>
          <p:cNvSpPr txBox="1"/>
          <p:nvPr>
            <p:ph idx="6" type="body"/>
          </p:nvPr>
        </p:nvSpPr>
        <p:spPr>
          <a:xfrm>
            <a:off x="3255250" y="3911700"/>
            <a:ext cx="2627100" cy="10185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7" name="Google Shape;417;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8" name="Google Shape;41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2"/>
          <p:cNvSpPr/>
          <p:nvPr>
            <p:ph idx="2" type="pic"/>
          </p:nvPr>
        </p:nvSpPr>
        <p:spPr>
          <a:xfrm>
            <a:off x="3389600" y="118913"/>
            <a:ext cx="1643700" cy="1535100"/>
          </a:xfrm>
          <a:prstGeom prst="rect">
            <a:avLst/>
          </a:prstGeom>
          <a:noFill/>
          <a:ln>
            <a:noFill/>
          </a:ln>
        </p:spPr>
      </p:sp>
      <p:sp>
        <p:nvSpPr>
          <p:cNvPr id="425" name="Google Shape;425;p42"/>
          <p:cNvSpPr/>
          <p:nvPr>
            <p:ph idx="3" type="pic"/>
          </p:nvPr>
        </p:nvSpPr>
        <p:spPr>
          <a:xfrm>
            <a:off x="5195935" y="118913"/>
            <a:ext cx="1643700" cy="1535100"/>
          </a:xfrm>
          <a:prstGeom prst="rect">
            <a:avLst/>
          </a:prstGeom>
          <a:noFill/>
          <a:ln>
            <a:noFill/>
          </a:ln>
        </p:spPr>
      </p:sp>
      <p:sp>
        <p:nvSpPr>
          <p:cNvPr id="426" name="Google Shape;426;p42"/>
          <p:cNvSpPr/>
          <p:nvPr>
            <p:ph idx="4" type="pic"/>
          </p:nvPr>
        </p:nvSpPr>
        <p:spPr>
          <a:xfrm>
            <a:off x="7002270" y="118913"/>
            <a:ext cx="1643700" cy="1535100"/>
          </a:xfrm>
          <a:prstGeom prst="rect">
            <a:avLst/>
          </a:prstGeom>
          <a:noFill/>
          <a:ln>
            <a:noFill/>
          </a:ln>
        </p:spPr>
      </p:sp>
      <p:sp>
        <p:nvSpPr>
          <p:cNvPr id="427" name="Google Shape;427;p42"/>
          <p:cNvSpPr/>
          <p:nvPr>
            <p:ph idx="5" type="pic"/>
          </p:nvPr>
        </p:nvSpPr>
        <p:spPr>
          <a:xfrm>
            <a:off x="3389588" y="1804212"/>
            <a:ext cx="1643700" cy="1535100"/>
          </a:xfrm>
          <a:prstGeom prst="rect">
            <a:avLst/>
          </a:prstGeom>
          <a:noFill/>
          <a:ln>
            <a:noFill/>
          </a:ln>
        </p:spPr>
      </p:sp>
      <p:sp>
        <p:nvSpPr>
          <p:cNvPr id="428" name="Google Shape;428;p42"/>
          <p:cNvSpPr/>
          <p:nvPr>
            <p:ph idx="6" type="pic"/>
          </p:nvPr>
        </p:nvSpPr>
        <p:spPr>
          <a:xfrm>
            <a:off x="5195922" y="1804212"/>
            <a:ext cx="1643700" cy="1535100"/>
          </a:xfrm>
          <a:prstGeom prst="rect">
            <a:avLst/>
          </a:prstGeom>
          <a:noFill/>
          <a:ln>
            <a:noFill/>
          </a:ln>
        </p:spPr>
      </p:sp>
      <p:sp>
        <p:nvSpPr>
          <p:cNvPr id="429" name="Google Shape;429;p42"/>
          <p:cNvSpPr/>
          <p:nvPr>
            <p:ph idx="7" type="pic"/>
          </p:nvPr>
        </p:nvSpPr>
        <p:spPr>
          <a:xfrm>
            <a:off x="7002257" y="1804212"/>
            <a:ext cx="1643700" cy="1535100"/>
          </a:xfrm>
          <a:prstGeom prst="rect">
            <a:avLst/>
          </a:prstGeom>
          <a:noFill/>
          <a:ln>
            <a:noFill/>
          </a:ln>
        </p:spPr>
      </p:sp>
      <p:sp>
        <p:nvSpPr>
          <p:cNvPr id="430" name="Google Shape;430;p42"/>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1" name="Google Shape;431;p42"/>
          <p:cNvSpPr/>
          <p:nvPr>
            <p:ph idx="8" type="pic"/>
          </p:nvPr>
        </p:nvSpPr>
        <p:spPr>
          <a:xfrm>
            <a:off x="3389588" y="3489487"/>
            <a:ext cx="1643700" cy="1535100"/>
          </a:xfrm>
          <a:prstGeom prst="rect">
            <a:avLst/>
          </a:prstGeom>
          <a:noFill/>
          <a:ln>
            <a:noFill/>
          </a:ln>
        </p:spPr>
      </p:sp>
      <p:sp>
        <p:nvSpPr>
          <p:cNvPr id="432" name="Google Shape;432;p42"/>
          <p:cNvSpPr/>
          <p:nvPr>
            <p:ph idx="9" type="pic"/>
          </p:nvPr>
        </p:nvSpPr>
        <p:spPr>
          <a:xfrm>
            <a:off x="5195922" y="3489487"/>
            <a:ext cx="1643700" cy="1535100"/>
          </a:xfrm>
          <a:prstGeom prst="rect">
            <a:avLst/>
          </a:prstGeom>
          <a:noFill/>
          <a:ln>
            <a:noFill/>
          </a:ln>
        </p:spPr>
      </p:sp>
      <p:sp>
        <p:nvSpPr>
          <p:cNvPr id="433" name="Google Shape;43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6725" y="2144775"/>
            <a:ext cx="4088400" cy="2767500"/>
          </a:xfrm>
          <a:prstGeom prst="rect">
            <a:avLst/>
          </a:prstGeom>
          <a:noFill/>
          <a:ln>
            <a:noFill/>
          </a:ln>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1pPr>
            <a:lvl2pPr indent="-292100" lvl="1" marL="914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2pPr>
            <a:lvl3pPr indent="-292100" lvl="2" marL="1371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3pPr>
            <a:lvl4pPr indent="-292100" lvl="3" marL="1828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4pPr>
            <a:lvl5pPr indent="-292100" lvl="4" marL="22860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5pPr>
            <a:lvl6pPr indent="-292100" lvl="5" marL="2743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6pPr>
            <a:lvl7pPr indent="-292100" lvl="6" marL="3200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7pPr>
            <a:lvl8pPr indent="-292100" lvl="7" marL="3657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8pPr>
            <a:lvl9pPr indent="-292100" lvl="8" marL="4114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9pPr>
          </a:lstStyle>
          <a:p/>
        </p:txBody>
      </p:sp>
      <p:sp>
        <p:nvSpPr>
          <p:cNvPr id="7" name="Google Shape;7;p1"/>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a:spcBef>
                <a:spcPts val="0"/>
              </a:spcBef>
              <a:spcAft>
                <a:spcPts val="0"/>
              </a:spcAft>
              <a:buNone/>
              <a:defRPr sz="3600">
                <a:solidFill>
                  <a:schemeClr val="dk1"/>
                </a:solidFill>
                <a:latin typeface="IBM Plex Sans"/>
                <a:ea typeface="IBM Plex Sans"/>
                <a:cs typeface="IBM Plex Sans"/>
                <a:sym typeface="IBM Plex Sans"/>
              </a:defRPr>
            </a:lvl1pPr>
            <a:lvl2pPr lvl="1">
              <a:lnSpc>
                <a:spcPct val="115000"/>
              </a:lnSpc>
              <a:spcBef>
                <a:spcPts val="0"/>
              </a:spcBef>
              <a:spcAft>
                <a:spcPts val="0"/>
              </a:spcAft>
              <a:buNone/>
              <a:defRPr sz="3600">
                <a:solidFill>
                  <a:schemeClr val="dk1"/>
                </a:solidFill>
                <a:latin typeface="IBM Plex Sans"/>
                <a:ea typeface="IBM Plex Sans"/>
                <a:cs typeface="IBM Plex Sans"/>
                <a:sym typeface="IBM Plex Sans"/>
              </a:defRPr>
            </a:lvl2pPr>
            <a:lvl3pPr lvl="2">
              <a:lnSpc>
                <a:spcPct val="115000"/>
              </a:lnSpc>
              <a:spcBef>
                <a:spcPts val="0"/>
              </a:spcBef>
              <a:spcAft>
                <a:spcPts val="0"/>
              </a:spcAft>
              <a:buNone/>
              <a:defRPr sz="3600">
                <a:solidFill>
                  <a:schemeClr val="dk1"/>
                </a:solidFill>
                <a:latin typeface="IBM Plex Sans"/>
                <a:ea typeface="IBM Plex Sans"/>
                <a:cs typeface="IBM Plex Sans"/>
                <a:sym typeface="IBM Plex Sans"/>
              </a:defRPr>
            </a:lvl3pPr>
            <a:lvl4pPr lvl="3">
              <a:lnSpc>
                <a:spcPct val="115000"/>
              </a:lnSpc>
              <a:spcBef>
                <a:spcPts val="0"/>
              </a:spcBef>
              <a:spcAft>
                <a:spcPts val="0"/>
              </a:spcAft>
              <a:buNone/>
              <a:defRPr sz="3600">
                <a:solidFill>
                  <a:schemeClr val="dk1"/>
                </a:solidFill>
                <a:latin typeface="IBM Plex Sans"/>
                <a:ea typeface="IBM Plex Sans"/>
                <a:cs typeface="IBM Plex Sans"/>
                <a:sym typeface="IBM Plex Sans"/>
              </a:defRPr>
            </a:lvl4pPr>
            <a:lvl5pPr lvl="4">
              <a:lnSpc>
                <a:spcPct val="115000"/>
              </a:lnSpc>
              <a:spcBef>
                <a:spcPts val="0"/>
              </a:spcBef>
              <a:spcAft>
                <a:spcPts val="0"/>
              </a:spcAft>
              <a:buNone/>
              <a:defRPr sz="3600">
                <a:solidFill>
                  <a:schemeClr val="dk1"/>
                </a:solidFill>
                <a:latin typeface="IBM Plex Sans"/>
                <a:ea typeface="IBM Plex Sans"/>
                <a:cs typeface="IBM Plex Sans"/>
                <a:sym typeface="IBM Plex Sans"/>
              </a:defRPr>
            </a:lvl5pPr>
            <a:lvl6pPr lvl="5">
              <a:lnSpc>
                <a:spcPct val="115000"/>
              </a:lnSpc>
              <a:spcBef>
                <a:spcPts val="0"/>
              </a:spcBef>
              <a:spcAft>
                <a:spcPts val="0"/>
              </a:spcAft>
              <a:buNone/>
              <a:defRPr sz="3600">
                <a:solidFill>
                  <a:schemeClr val="dk1"/>
                </a:solidFill>
                <a:latin typeface="IBM Plex Sans"/>
                <a:ea typeface="IBM Plex Sans"/>
                <a:cs typeface="IBM Plex Sans"/>
                <a:sym typeface="IBM Plex Sans"/>
              </a:defRPr>
            </a:lvl6pPr>
            <a:lvl7pPr lvl="6">
              <a:lnSpc>
                <a:spcPct val="115000"/>
              </a:lnSpc>
              <a:spcBef>
                <a:spcPts val="0"/>
              </a:spcBef>
              <a:spcAft>
                <a:spcPts val="0"/>
              </a:spcAft>
              <a:buNone/>
              <a:defRPr sz="3600">
                <a:solidFill>
                  <a:schemeClr val="dk1"/>
                </a:solidFill>
                <a:latin typeface="IBM Plex Sans"/>
                <a:ea typeface="IBM Plex Sans"/>
                <a:cs typeface="IBM Plex Sans"/>
                <a:sym typeface="IBM Plex Sans"/>
              </a:defRPr>
            </a:lvl7pPr>
            <a:lvl8pPr lvl="7">
              <a:lnSpc>
                <a:spcPct val="115000"/>
              </a:lnSpc>
              <a:spcBef>
                <a:spcPts val="0"/>
              </a:spcBef>
              <a:spcAft>
                <a:spcPts val="0"/>
              </a:spcAft>
              <a:buNone/>
              <a:defRPr sz="3600">
                <a:solidFill>
                  <a:schemeClr val="dk1"/>
                </a:solidFill>
                <a:latin typeface="IBM Plex Sans"/>
                <a:ea typeface="IBM Plex Sans"/>
                <a:cs typeface="IBM Plex Sans"/>
                <a:sym typeface="IBM Plex Sans"/>
              </a:defRPr>
            </a:lvl8pPr>
            <a:lvl9pPr lvl="8">
              <a:lnSpc>
                <a:spcPct val="115000"/>
              </a:lnSpc>
              <a:spcBef>
                <a:spcPts val="0"/>
              </a:spcBef>
              <a:spcAft>
                <a:spcPts val="0"/>
              </a:spcAft>
              <a:buNone/>
              <a:defRPr sz="3600">
                <a:solidFill>
                  <a:schemeClr val="dk1"/>
                </a:solidFill>
                <a:latin typeface="IBM Plex Sans"/>
                <a:ea typeface="IBM Plex Sans"/>
                <a:cs typeface="IBM Plex Sans"/>
                <a:sym typeface="IBM Plex Sans"/>
              </a:defRPr>
            </a:lvl9pPr>
          </a:lstStyle>
          <a:p/>
        </p:txBody>
      </p:sp>
      <p:sp>
        <p:nvSpPr>
          <p:cNvPr id="8" name="Google Shape;8;p1"/>
          <p:cNvSpPr txBox="1"/>
          <p:nvPr>
            <p:ph idx="2" type="body"/>
          </p:nvPr>
        </p:nvSpPr>
        <p:spPr>
          <a:xfrm>
            <a:off x="4113250" y="2215425"/>
            <a:ext cx="3834600" cy="2517600"/>
          </a:xfrm>
          <a:prstGeom prst="rect">
            <a:avLst/>
          </a:prstGeom>
          <a:noFill/>
          <a:ln>
            <a:noFill/>
          </a:ln>
        </p:spPr>
        <p:txBody>
          <a:bodyPr anchorCtr="0" anchor="b" bIns="91425" lIns="91425" spcFirstLastPara="1" rIns="91425" wrap="square" tIns="91425">
            <a:noAutofit/>
          </a:bodyPr>
          <a:lstStyle>
            <a:lvl1pPr indent="-292100" lvl="0" marL="457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1pPr>
            <a:lvl2pPr indent="-292100" lvl="1" marL="914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2pPr>
            <a:lvl3pPr indent="-292100" lvl="2" marL="1371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3pPr>
            <a:lvl4pPr indent="-292100" lvl="3" marL="1828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4pPr>
            <a:lvl5pPr indent="-292100" lvl="4" marL="22860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5pPr>
            <a:lvl6pPr indent="-292100" lvl="5" marL="2743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6pPr>
            <a:lvl7pPr indent="-292100" lvl="6" marL="3200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7pPr>
            <a:lvl8pPr indent="-292100" lvl="7" marL="3657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8pPr>
            <a:lvl9pPr indent="-292100" lvl="8" marL="4114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459">
          <p15:clr>
            <a:srgbClr val="00FFFF"/>
          </p15:clr>
        </p15:guide>
        <p15:guide id="2" pos="275">
          <p15:clr>
            <a:srgbClr val="00FFFF"/>
          </p15:clr>
        </p15:guide>
        <p15:guide id="3" orient="horz" pos="144">
          <p15:clr>
            <a:srgbClr val="00FFFF"/>
          </p15:clr>
        </p15:guide>
        <p15:guide id="4" orient="horz" pos="3094">
          <p15:clr>
            <a:srgbClr val="00FFFF"/>
          </p15:clr>
        </p15:guide>
        <p15:guide id="5" pos="2850">
          <p15:clr>
            <a:srgbClr val="00FFFF"/>
          </p15:clr>
        </p15:guide>
        <p15:guide id="6" pos="2910">
          <p15:clr>
            <a:srgbClr val="00FFFF"/>
          </p15:clr>
        </p15:guide>
        <p15:guide id="7" pos="1468">
          <p15:clr>
            <a:srgbClr val="00FFFF"/>
          </p15:clr>
        </p15:guide>
        <p15:guide id="8" pos="1527">
          <p15:clr>
            <a:srgbClr val="00FFFF"/>
          </p15:clr>
        </p15:guide>
        <p15:guide id="9" pos="4226">
          <p15:clr>
            <a:srgbClr val="00FFFF"/>
          </p15:clr>
        </p15:guide>
        <p15:guide id="10" pos="4285">
          <p15:clr>
            <a:srgbClr val="00FFFF"/>
          </p15:clr>
        </p15:guide>
        <p15:guide id="11" pos="3773">
          <p15:clr>
            <a:srgbClr val="00FFFF"/>
          </p15:clr>
        </p15:guide>
        <p15:guide id="12" pos="3830">
          <p15:clr>
            <a:srgbClr val="00FFFF"/>
          </p15:clr>
        </p15:guide>
        <p15:guide id="13" pos="1930">
          <p15:clr>
            <a:srgbClr val="00FFFF"/>
          </p15:clr>
        </p15:guide>
        <p15:guide id="14" pos="1987">
          <p15:clr>
            <a:srgbClr val="00FFFF"/>
          </p15:clr>
        </p15:guide>
        <p15:guide id="15" orient="horz" pos="288">
          <p15:clr>
            <a:srgbClr val="00FFFF"/>
          </p15:clr>
        </p15:guide>
        <p15:guide id="16" orient="horz" pos="2950">
          <p15:clr>
            <a:srgbClr val="00FFFF"/>
          </p15:clr>
        </p15:guide>
        <p15:guide id="17" orient="horz" pos="1135">
          <p15:clr>
            <a:srgbClr val="00FFFF"/>
          </p15:clr>
        </p15:guide>
        <p15:guide id="18" orient="horz" pos="1194">
          <p15:clr>
            <a:srgbClr val="00FFFF"/>
          </p15:clr>
        </p15:guide>
        <p15:guide id="19" orient="horz" pos="2043">
          <p15:clr>
            <a:srgbClr val="00FFFF"/>
          </p15:clr>
        </p15:guide>
        <p15:guide id="20" orient="horz" pos="2103">
          <p15:clr>
            <a:srgbClr val="00FF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www.kaggle.com/datasets/rupakroy/online-payments-fraud-detection-dataset"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3"/>
          <p:cNvSpPr txBox="1"/>
          <p:nvPr>
            <p:ph type="title"/>
          </p:nvPr>
        </p:nvSpPr>
        <p:spPr>
          <a:xfrm>
            <a:off x="238650" y="459294"/>
            <a:ext cx="4182300" cy="172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4000"/>
              <a:t>Online Payments: Fraud Detection</a:t>
            </a:r>
            <a:endParaRPr sz="4000"/>
          </a:p>
          <a:p>
            <a:pPr indent="0" lvl="0" marL="0" rtl="0" algn="l">
              <a:spcBef>
                <a:spcPts val="0"/>
              </a:spcBef>
              <a:spcAft>
                <a:spcPts val="0"/>
              </a:spcAft>
              <a:buNone/>
            </a:pPr>
            <a:r>
              <a:rPr lang="en" sz="1700"/>
              <a:t>(using machine learning &amp; data analysis)</a:t>
            </a:r>
            <a:endParaRPr sz="1700"/>
          </a:p>
        </p:txBody>
      </p:sp>
      <p:sp>
        <p:nvSpPr>
          <p:cNvPr id="439" name="Google Shape;439;p43"/>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28th April,2026</a:t>
            </a:r>
            <a:endParaRPr/>
          </a:p>
        </p:txBody>
      </p:sp>
      <p:sp>
        <p:nvSpPr>
          <p:cNvPr id="440" name="Google Shape;440;p43"/>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41" name="Google Shape;441;p43"/>
          <p:cNvSpPr txBox="1"/>
          <p:nvPr/>
        </p:nvSpPr>
        <p:spPr>
          <a:xfrm>
            <a:off x="948700" y="3440425"/>
            <a:ext cx="51321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IBM Plex Sans"/>
                <a:ea typeface="IBM Plex Sans"/>
                <a:cs typeface="IBM Plex Sans"/>
                <a:sym typeface="IBM Plex Sans"/>
              </a:rPr>
              <a:t>Group 14: Afnan Ahmad Baig, Muhammad Haris Baig, Eshal Faisal, Aswah Nasir, Hamza Ali</a:t>
            </a:r>
            <a:endParaRPr sz="1000">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4"/>
          <p:cNvSpPr txBox="1"/>
          <p:nvPr>
            <p:ph type="title"/>
          </p:nvPr>
        </p:nvSpPr>
        <p:spPr>
          <a:xfrm>
            <a:off x="436725" y="647525"/>
            <a:ext cx="40884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Overview</a:t>
            </a:r>
            <a:endParaRPr/>
          </a:p>
        </p:txBody>
      </p:sp>
      <p:sp>
        <p:nvSpPr>
          <p:cNvPr id="447" name="Google Shape;447;p44"/>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448" name="Google Shape;448;p44"/>
          <p:cNvSpPr txBox="1"/>
          <p:nvPr/>
        </p:nvSpPr>
        <p:spPr>
          <a:xfrm>
            <a:off x="4354825" y="320050"/>
            <a:ext cx="4583400" cy="4526400"/>
          </a:xfrm>
          <a:prstGeom prst="rect">
            <a:avLst/>
          </a:prstGeom>
          <a:noFill/>
          <a:ln>
            <a:noFill/>
          </a:ln>
        </p:spPr>
        <p:txBody>
          <a:bodyPr anchorCtr="0" anchor="t" bIns="91425" lIns="91425" spcFirstLastPara="1" rIns="91425" wrap="square" tIns="91425">
            <a:noAutofit/>
          </a:bodyPr>
          <a:lstStyle/>
          <a:p>
            <a:pPr indent="-419100" lvl="0" marL="457200" rtl="0" algn="l">
              <a:spcBef>
                <a:spcPts val="0"/>
              </a:spcBef>
              <a:spcAft>
                <a:spcPts val="0"/>
              </a:spcAft>
              <a:buClr>
                <a:schemeClr val="dk1"/>
              </a:buClr>
              <a:buSzPts val="3000"/>
              <a:buFont typeface="IBM Plex Sans"/>
              <a:buChar char="-"/>
            </a:pPr>
            <a:r>
              <a:rPr lang="en" sz="3000">
                <a:solidFill>
                  <a:schemeClr val="dk1"/>
                </a:solidFill>
                <a:latin typeface="IBM Plex Sans"/>
                <a:ea typeface="IBM Plex Sans"/>
                <a:cs typeface="IBM Plex Sans"/>
                <a:sym typeface="IBM Plex Sans"/>
              </a:rPr>
              <a:t>Analyze real-world transaction data</a:t>
            </a:r>
            <a:endParaRPr sz="3000">
              <a:solidFill>
                <a:schemeClr val="dk1"/>
              </a:solidFill>
              <a:latin typeface="IBM Plex Sans"/>
              <a:ea typeface="IBM Plex Sans"/>
              <a:cs typeface="IBM Plex Sans"/>
              <a:sym typeface="IBM Plex Sans"/>
            </a:endParaRPr>
          </a:p>
          <a:p>
            <a:pPr indent="0" lvl="0" marL="457200" rtl="0" algn="l">
              <a:spcBef>
                <a:spcPts val="0"/>
              </a:spcBef>
              <a:spcAft>
                <a:spcPts val="0"/>
              </a:spcAft>
              <a:buNone/>
            </a:pPr>
            <a:r>
              <a:t/>
            </a:r>
            <a:endParaRPr sz="3000">
              <a:solidFill>
                <a:schemeClr val="dk1"/>
              </a:solidFill>
              <a:latin typeface="IBM Plex Sans"/>
              <a:ea typeface="IBM Plex Sans"/>
              <a:cs typeface="IBM Plex Sans"/>
              <a:sym typeface="IBM Plex Sans"/>
            </a:endParaRPr>
          </a:p>
          <a:p>
            <a:pPr indent="-419100" lvl="0" marL="457200" rtl="0" algn="l">
              <a:spcBef>
                <a:spcPts val="0"/>
              </a:spcBef>
              <a:spcAft>
                <a:spcPts val="0"/>
              </a:spcAft>
              <a:buClr>
                <a:schemeClr val="dk1"/>
              </a:buClr>
              <a:buSzPts val="3000"/>
              <a:buFont typeface="IBM Plex Sans"/>
              <a:buChar char="-"/>
            </a:pPr>
            <a:r>
              <a:rPr lang="en" sz="3000">
                <a:solidFill>
                  <a:schemeClr val="dk1"/>
                </a:solidFill>
                <a:latin typeface="IBM Plex Sans"/>
                <a:ea typeface="IBM Plex Sans"/>
                <a:cs typeface="IBM Plex Sans"/>
                <a:sym typeface="IBM Plex Sans"/>
              </a:rPr>
              <a:t>Identify fraud patterns</a:t>
            </a:r>
            <a:endParaRPr sz="3000">
              <a:solidFill>
                <a:schemeClr val="dk1"/>
              </a:solidFill>
              <a:latin typeface="IBM Plex Sans"/>
              <a:ea typeface="IBM Plex Sans"/>
              <a:cs typeface="IBM Plex Sans"/>
              <a:sym typeface="IBM Plex Sans"/>
            </a:endParaRPr>
          </a:p>
          <a:p>
            <a:pPr indent="0" lvl="0" marL="457200" rtl="0" algn="l">
              <a:spcBef>
                <a:spcPts val="0"/>
              </a:spcBef>
              <a:spcAft>
                <a:spcPts val="0"/>
              </a:spcAft>
              <a:buNone/>
            </a:pPr>
            <a:r>
              <a:t/>
            </a:r>
            <a:endParaRPr sz="3000">
              <a:solidFill>
                <a:schemeClr val="dk1"/>
              </a:solidFill>
              <a:latin typeface="IBM Plex Sans"/>
              <a:ea typeface="IBM Plex Sans"/>
              <a:cs typeface="IBM Plex Sans"/>
              <a:sym typeface="IBM Plex Sans"/>
            </a:endParaRPr>
          </a:p>
          <a:p>
            <a:pPr indent="-419100" lvl="0" marL="457200" rtl="0" algn="l">
              <a:spcBef>
                <a:spcPts val="0"/>
              </a:spcBef>
              <a:spcAft>
                <a:spcPts val="0"/>
              </a:spcAft>
              <a:buClr>
                <a:schemeClr val="dk1"/>
              </a:buClr>
              <a:buSzPts val="3000"/>
              <a:buFont typeface="IBM Plex Sans"/>
              <a:buChar char="-"/>
            </a:pPr>
            <a:r>
              <a:rPr lang="en" sz="3000">
                <a:solidFill>
                  <a:schemeClr val="dk1"/>
                </a:solidFill>
                <a:latin typeface="IBM Plex Sans"/>
                <a:ea typeface="IBM Plex Sans"/>
                <a:cs typeface="IBM Plex Sans"/>
                <a:sym typeface="IBM Plex Sans"/>
              </a:rPr>
              <a:t>Build ML models for detection</a:t>
            </a:r>
            <a:endParaRPr sz="3000">
              <a:solidFill>
                <a:schemeClr val="dk1"/>
              </a:solidFill>
              <a:latin typeface="IBM Plex Sans"/>
              <a:ea typeface="IBM Plex Sans"/>
              <a:cs typeface="IBM Plex Sans"/>
              <a:sym typeface="IBM Plex Sans"/>
            </a:endParaRPr>
          </a:p>
          <a:p>
            <a:pPr indent="0" lvl="0" marL="457200" rtl="0" algn="l">
              <a:spcBef>
                <a:spcPts val="0"/>
              </a:spcBef>
              <a:spcAft>
                <a:spcPts val="0"/>
              </a:spcAft>
              <a:buNone/>
            </a:pPr>
            <a:r>
              <a:t/>
            </a:r>
            <a:endParaRPr sz="3000">
              <a:solidFill>
                <a:schemeClr val="dk1"/>
              </a:solidFill>
              <a:latin typeface="IBM Plex Sans"/>
              <a:ea typeface="IBM Plex Sans"/>
              <a:cs typeface="IBM Plex Sans"/>
              <a:sym typeface="IBM Plex Sans"/>
            </a:endParaRPr>
          </a:p>
          <a:p>
            <a:pPr indent="-419100" lvl="0" marL="457200" rtl="0" algn="l">
              <a:spcBef>
                <a:spcPts val="0"/>
              </a:spcBef>
              <a:spcAft>
                <a:spcPts val="0"/>
              </a:spcAft>
              <a:buClr>
                <a:schemeClr val="dk1"/>
              </a:buClr>
              <a:buSzPts val="3000"/>
              <a:buFont typeface="IBM Plex Sans"/>
              <a:buChar char="-"/>
            </a:pPr>
            <a:r>
              <a:rPr lang="en" sz="3000">
                <a:solidFill>
                  <a:schemeClr val="dk1"/>
                </a:solidFill>
                <a:latin typeface="IBM Plex Sans"/>
                <a:ea typeface="IBM Plex Sans"/>
                <a:cs typeface="IBM Plex Sans"/>
                <a:sym typeface="IBM Plex Sans"/>
              </a:rPr>
              <a:t>Evaluate model performance</a:t>
            </a:r>
            <a:endParaRPr sz="3000">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sz="1000">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5"/>
          <p:cNvSpPr txBox="1"/>
          <p:nvPr>
            <p:ph idx="1" type="subTitle"/>
          </p:nvPr>
        </p:nvSpPr>
        <p:spPr>
          <a:xfrm>
            <a:off x="3212400" y="112655"/>
            <a:ext cx="2719200" cy="231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000"/>
              <a:t>Dataset</a:t>
            </a:r>
            <a:endParaRPr sz="3000"/>
          </a:p>
        </p:txBody>
      </p:sp>
      <p:sp>
        <p:nvSpPr>
          <p:cNvPr id="454" name="Google Shape;454;p45"/>
          <p:cNvSpPr txBox="1"/>
          <p:nvPr>
            <p:ph type="title"/>
          </p:nvPr>
        </p:nvSpPr>
        <p:spPr>
          <a:xfrm>
            <a:off x="320075" y="572750"/>
            <a:ext cx="5154900" cy="3432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000">
                <a:solidFill>
                  <a:schemeClr val="dk1"/>
                </a:solidFill>
                <a:latin typeface="Arial"/>
                <a:ea typeface="Arial"/>
                <a:cs typeface="Arial"/>
                <a:sym typeface="Arial"/>
              </a:rPr>
              <a:t>6.3 million transactions (</a:t>
            </a:r>
            <a:r>
              <a:rPr lang="en" sz="2000" u="sng">
                <a:solidFill>
                  <a:schemeClr val="dk2"/>
                </a:solidFill>
                <a:latin typeface="Arial"/>
                <a:ea typeface="Arial"/>
                <a:cs typeface="Arial"/>
                <a:sym typeface="Arial"/>
                <a:hlinkClick r:id="rId3">
                  <a:extLst>
                    <a:ext uri="{A12FA001-AC4F-418D-AE19-62706E023703}">
                      <ahyp:hlinkClr val="tx"/>
                    </a:ext>
                  </a:extLst>
                </a:hlinkClick>
              </a:rPr>
              <a:t>https://www.kaggle.com/datasets/rupakroy/online-payments-fraud-detection-dataset</a:t>
            </a:r>
            <a:r>
              <a:rPr lang="en"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0" lvl="0" marL="0" rtl="0" algn="l">
              <a:spcBef>
                <a:spcPts val="0"/>
              </a:spcBef>
              <a:spcAft>
                <a:spcPts val="0"/>
              </a:spcAft>
              <a:buNone/>
            </a:pPr>
            <a:r>
              <a:rPr lang="en" sz="2000">
                <a:solidFill>
                  <a:schemeClr val="dk1"/>
                </a:solidFill>
                <a:latin typeface="Arial"/>
                <a:ea typeface="Arial"/>
                <a:cs typeface="Arial"/>
                <a:sym typeface="Arial"/>
              </a:rPr>
              <a:t>Features:</a:t>
            </a:r>
            <a:endParaRPr sz="2000">
              <a:solidFill>
                <a:schemeClr val="dk1"/>
              </a:solidFill>
              <a:latin typeface="Arial"/>
              <a:ea typeface="Arial"/>
              <a:cs typeface="Arial"/>
              <a:sym typeface="Arial"/>
            </a:endParaRPr>
          </a:p>
          <a:p>
            <a:pPr indent="-355600" lvl="0" marL="457200" rtl="0" algn="l">
              <a:lnSpc>
                <a:spcPct val="115000"/>
              </a:lnSpc>
              <a:spcBef>
                <a:spcPts val="1200"/>
              </a:spcBef>
              <a:spcAft>
                <a:spcPts val="0"/>
              </a:spcAft>
              <a:buClr>
                <a:schemeClr val="dk1"/>
              </a:buClr>
              <a:buSzPts val="2000"/>
              <a:buChar char="●"/>
            </a:pPr>
            <a:r>
              <a:rPr lang="en" sz="2000">
                <a:solidFill>
                  <a:schemeClr val="dk1"/>
                </a:solidFill>
                <a:latin typeface="Arial"/>
                <a:ea typeface="Arial"/>
                <a:cs typeface="Arial"/>
                <a:sym typeface="Arial"/>
              </a:rPr>
              <a:t>Transaction type (TRANSFER, CASH_OUT, etc.)</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latin typeface="Arial"/>
                <a:ea typeface="Arial"/>
                <a:cs typeface="Arial"/>
                <a:sym typeface="Arial"/>
              </a:rPr>
              <a:t>Transaction amount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latin typeface="Arial"/>
                <a:ea typeface="Arial"/>
                <a:cs typeface="Arial"/>
                <a:sym typeface="Arial"/>
              </a:rPr>
              <a:t>Sender &amp; receiver balances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latin typeface="Arial"/>
                <a:ea typeface="Arial"/>
                <a:cs typeface="Arial"/>
                <a:sym typeface="Arial"/>
              </a:rPr>
              <a:t>Target variable: isFraud (0 or 1)</a:t>
            </a:r>
            <a:endParaRPr sz="20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455" name="Google Shape;455;p45"/>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pic>
        <p:nvPicPr>
          <p:cNvPr id="456" name="Google Shape;456;p45" title="Screenshot 2026-04-29 at 7.33.26 PM.png"/>
          <p:cNvPicPr preferRelativeResize="0"/>
          <p:nvPr/>
        </p:nvPicPr>
        <p:blipFill>
          <a:blip r:embed="rId4">
            <a:alphaModFix/>
          </a:blip>
          <a:stretch>
            <a:fillRect/>
          </a:stretch>
        </p:blipFill>
        <p:spPr>
          <a:xfrm>
            <a:off x="125738" y="3761750"/>
            <a:ext cx="8892524" cy="1233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6"/>
          <p:cNvSpPr txBox="1"/>
          <p:nvPr>
            <p:ph type="title"/>
          </p:nvPr>
        </p:nvSpPr>
        <p:spPr>
          <a:xfrm>
            <a:off x="409950" y="1485925"/>
            <a:ext cx="8230200" cy="2880300"/>
          </a:xfrm>
          <a:prstGeom prst="rect">
            <a:avLst/>
          </a:prstGeom>
        </p:spPr>
        <p:txBody>
          <a:bodyPr anchorCtr="0" anchor="b" bIns="0" lIns="0" spcFirstLastPara="1" rIns="0" wrap="square" tIns="0">
            <a:noAutofit/>
          </a:bodyPr>
          <a:lstStyle/>
          <a:p>
            <a:pPr indent="-330200" lvl="0" marL="457200" rtl="0" algn="l">
              <a:lnSpc>
                <a:spcPct val="115000"/>
              </a:lnSpc>
              <a:spcBef>
                <a:spcPts val="1200"/>
              </a:spcBef>
              <a:spcAft>
                <a:spcPts val="0"/>
              </a:spcAft>
              <a:buSzPts val="1600"/>
              <a:buChar char="●"/>
            </a:pPr>
            <a:r>
              <a:rPr lang="en" sz="2300">
                <a:latin typeface="Arial"/>
                <a:ea typeface="Arial"/>
                <a:cs typeface="Arial"/>
                <a:sym typeface="Arial"/>
              </a:rPr>
              <a:t>What patterns distinguish fraudulent transactions?</a:t>
            </a:r>
            <a:endParaRPr sz="23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 sz="2300">
                <a:latin typeface="Arial"/>
                <a:ea typeface="Arial"/>
                <a:cs typeface="Arial"/>
                <a:sym typeface="Arial"/>
              </a:rPr>
              <a:t>Which transaction types are most associated with fraud?</a:t>
            </a:r>
            <a:endParaRPr sz="23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 sz="2300">
                <a:latin typeface="Arial"/>
                <a:ea typeface="Arial"/>
                <a:cs typeface="Arial"/>
                <a:sym typeface="Arial"/>
              </a:rPr>
              <a:t>Do balance discrepancies indicate fraudulent activity?</a:t>
            </a:r>
            <a:endParaRPr sz="23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 sz="2300">
                <a:latin typeface="Arial"/>
                <a:ea typeface="Arial"/>
                <a:cs typeface="Arial"/>
                <a:sym typeface="Arial"/>
              </a:rPr>
              <a:t>Can we build an accurate ML model for fraud detection?</a:t>
            </a:r>
            <a:endParaRPr sz="23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 sz="2300">
                <a:latin typeface="Arial"/>
                <a:ea typeface="Arial"/>
                <a:cs typeface="Arial"/>
                <a:sym typeface="Arial"/>
              </a:rPr>
              <a:t>Which features are most important for detecting fraud?</a:t>
            </a:r>
            <a:endParaRPr sz="2300">
              <a:latin typeface="Arial"/>
              <a:ea typeface="Arial"/>
              <a:cs typeface="Arial"/>
              <a:sym typeface="Arial"/>
            </a:endParaRPr>
          </a:p>
          <a:p>
            <a:pPr indent="0" lvl="0" marL="0" rtl="0" algn="l">
              <a:spcBef>
                <a:spcPts val="1200"/>
              </a:spcBef>
              <a:spcAft>
                <a:spcPts val="0"/>
              </a:spcAft>
              <a:buNone/>
            </a:pPr>
            <a:r>
              <a:t/>
            </a:r>
            <a:endParaRPr/>
          </a:p>
        </p:txBody>
      </p:sp>
      <p:sp>
        <p:nvSpPr>
          <p:cNvPr id="462" name="Google Shape;462;p46"/>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463" name="Google Shape;463;p46"/>
          <p:cNvSpPr txBox="1"/>
          <p:nvPr/>
        </p:nvSpPr>
        <p:spPr>
          <a:xfrm>
            <a:off x="914400" y="674400"/>
            <a:ext cx="7017900" cy="122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chemeClr val="accent5"/>
                </a:solidFill>
                <a:latin typeface="IBM Plex Sans"/>
                <a:ea typeface="IBM Plex Sans"/>
                <a:cs typeface="IBM Plex Sans"/>
                <a:sym typeface="IBM Plex Sans"/>
              </a:rPr>
              <a:t>Research Questions</a:t>
            </a:r>
            <a:endParaRPr sz="4000">
              <a:solidFill>
                <a:schemeClr val="accent5"/>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7"/>
          <p:cNvSpPr txBox="1"/>
          <p:nvPr>
            <p:ph type="title"/>
          </p:nvPr>
        </p:nvSpPr>
        <p:spPr>
          <a:xfrm>
            <a:off x="436725" y="589350"/>
            <a:ext cx="7690800" cy="1830300"/>
          </a:xfrm>
          <a:prstGeom prst="rect">
            <a:avLst/>
          </a:prstGeom>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 sz="3300">
                <a:latin typeface="Arial"/>
                <a:ea typeface="Arial"/>
                <a:cs typeface="Arial"/>
                <a:sym typeface="Arial"/>
              </a:rPr>
              <a:t>How Our Analysis Answered the Research Questions?</a:t>
            </a:r>
            <a:endParaRPr b="1" sz="3300">
              <a:latin typeface="Arial"/>
              <a:ea typeface="Arial"/>
              <a:cs typeface="Arial"/>
              <a:sym typeface="Arial"/>
            </a:endParaRPr>
          </a:p>
          <a:p>
            <a:pPr indent="0" lvl="0" marL="0" rtl="0" algn="l">
              <a:spcBef>
                <a:spcPts val="1200"/>
              </a:spcBef>
              <a:spcAft>
                <a:spcPts val="0"/>
              </a:spcAft>
              <a:buNone/>
            </a:pPr>
            <a:r>
              <a:t/>
            </a:r>
            <a:endParaRPr sz="3300"/>
          </a:p>
        </p:txBody>
      </p:sp>
      <p:sp>
        <p:nvSpPr>
          <p:cNvPr id="469" name="Google Shape;469;p47"/>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grpSp>
        <p:nvGrpSpPr>
          <p:cNvPr id="470" name="Google Shape;470;p47"/>
          <p:cNvGrpSpPr/>
          <p:nvPr/>
        </p:nvGrpSpPr>
        <p:grpSpPr>
          <a:xfrm>
            <a:off x="408675" y="1848969"/>
            <a:ext cx="8232750" cy="1931731"/>
            <a:chOff x="434100" y="2751919"/>
            <a:chExt cx="8232750" cy="1931731"/>
          </a:xfrm>
        </p:grpSpPr>
        <p:sp>
          <p:nvSpPr>
            <p:cNvPr id="471" name="Google Shape;471;p47"/>
            <p:cNvSpPr/>
            <p:nvPr/>
          </p:nvSpPr>
          <p:spPr>
            <a:xfrm>
              <a:off x="2726450" y="2751919"/>
              <a:ext cx="3493305" cy="438877"/>
            </a:xfrm>
            <a:custGeom>
              <a:rect b="b" l="l" r="r" t="t"/>
              <a:pathLst>
                <a:path extrusionOk="0" fill="none" h="35834" w="285226">
                  <a:moveTo>
                    <a:pt x="1" y="35834"/>
                  </a:moveTo>
                  <a:lnTo>
                    <a:pt x="1" y="10239"/>
                  </a:lnTo>
                  <a:lnTo>
                    <a:pt x="1" y="10239"/>
                  </a:lnTo>
                  <a:lnTo>
                    <a:pt x="1" y="9189"/>
                  </a:lnTo>
                  <a:lnTo>
                    <a:pt x="132" y="8139"/>
                  </a:lnTo>
                  <a:lnTo>
                    <a:pt x="394" y="7220"/>
                  </a:lnTo>
                  <a:lnTo>
                    <a:pt x="788" y="6301"/>
                  </a:lnTo>
                  <a:lnTo>
                    <a:pt x="1182" y="5382"/>
                  </a:lnTo>
                  <a:lnTo>
                    <a:pt x="1707" y="4463"/>
                  </a:lnTo>
                  <a:lnTo>
                    <a:pt x="2363" y="3676"/>
                  </a:lnTo>
                  <a:lnTo>
                    <a:pt x="3019" y="3019"/>
                  </a:lnTo>
                  <a:lnTo>
                    <a:pt x="3676" y="2363"/>
                  </a:lnTo>
                  <a:lnTo>
                    <a:pt x="4463" y="1707"/>
                  </a:lnTo>
                  <a:lnTo>
                    <a:pt x="5382" y="1182"/>
                  </a:lnTo>
                  <a:lnTo>
                    <a:pt x="6170" y="788"/>
                  </a:lnTo>
                  <a:lnTo>
                    <a:pt x="7220" y="394"/>
                  </a:lnTo>
                  <a:lnTo>
                    <a:pt x="8139" y="263"/>
                  </a:lnTo>
                  <a:lnTo>
                    <a:pt x="9189" y="1"/>
                  </a:lnTo>
                  <a:lnTo>
                    <a:pt x="10239" y="1"/>
                  </a:lnTo>
                  <a:lnTo>
                    <a:pt x="274987" y="1"/>
                  </a:lnTo>
                  <a:lnTo>
                    <a:pt x="274987" y="1"/>
                  </a:lnTo>
                  <a:lnTo>
                    <a:pt x="276037" y="1"/>
                  </a:lnTo>
                  <a:lnTo>
                    <a:pt x="276956" y="263"/>
                  </a:lnTo>
                  <a:lnTo>
                    <a:pt x="278006" y="394"/>
                  </a:lnTo>
                  <a:lnTo>
                    <a:pt x="278925" y="788"/>
                  </a:lnTo>
                  <a:lnTo>
                    <a:pt x="279844" y="1182"/>
                  </a:lnTo>
                  <a:lnTo>
                    <a:pt x="280631" y="1707"/>
                  </a:lnTo>
                  <a:lnTo>
                    <a:pt x="281419" y="2363"/>
                  </a:lnTo>
                  <a:lnTo>
                    <a:pt x="282207" y="3019"/>
                  </a:lnTo>
                  <a:lnTo>
                    <a:pt x="282863" y="3676"/>
                  </a:lnTo>
                  <a:lnTo>
                    <a:pt x="283388" y="4463"/>
                  </a:lnTo>
                  <a:lnTo>
                    <a:pt x="283913" y="5382"/>
                  </a:lnTo>
                  <a:lnTo>
                    <a:pt x="284438" y="6301"/>
                  </a:lnTo>
                  <a:lnTo>
                    <a:pt x="284700" y="7220"/>
                  </a:lnTo>
                  <a:lnTo>
                    <a:pt x="284963" y="8139"/>
                  </a:lnTo>
                  <a:lnTo>
                    <a:pt x="285094" y="9189"/>
                  </a:lnTo>
                  <a:lnTo>
                    <a:pt x="285225" y="10239"/>
                  </a:lnTo>
                  <a:lnTo>
                    <a:pt x="285225" y="35834"/>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72" name="Google Shape;472;p47"/>
            <p:cNvSpPr txBox="1"/>
            <p:nvPr/>
          </p:nvSpPr>
          <p:spPr>
            <a:xfrm>
              <a:off x="434100" y="3493250"/>
              <a:ext cx="1589100" cy="119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rPr>
                <a:t>Data Understanding</a:t>
              </a:r>
              <a:endParaRPr b="1" sz="1200">
                <a:solidFill>
                  <a:schemeClr val="dk1"/>
                </a:solidFill>
              </a:endParaRPr>
            </a:p>
            <a:p>
              <a:pPr indent="0" lvl="0" marL="0" rtl="0" algn="l">
                <a:lnSpc>
                  <a:spcPct val="115000"/>
                </a:lnSpc>
                <a:spcBef>
                  <a:spcPts val="1200"/>
                </a:spcBef>
                <a:spcAft>
                  <a:spcPts val="0"/>
                </a:spcAft>
                <a:buNone/>
              </a:pPr>
              <a:r>
                <a:rPr lang="en" sz="1200">
                  <a:solidFill>
                    <a:schemeClr val="dk1"/>
                  </a:solidFill>
                </a:rPr>
                <a:t>Explored dataset structure, identified key variables and then highlighted the target variable: isFraud.</a:t>
              </a:r>
              <a:endParaRPr sz="12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ctr">
                <a:spcBef>
                  <a:spcPts val="1200"/>
                </a:spcBef>
                <a:spcAft>
                  <a:spcPts val="0"/>
                </a:spcAft>
                <a:buNone/>
              </a:pPr>
              <a:r>
                <a:t/>
              </a:r>
              <a:endParaRPr sz="1000">
                <a:solidFill>
                  <a:schemeClr val="dk1"/>
                </a:solidFill>
                <a:latin typeface="IBM Plex Sans"/>
                <a:ea typeface="IBM Plex Sans"/>
                <a:cs typeface="IBM Plex Sans"/>
                <a:sym typeface="IBM Plex Sans"/>
              </a:endParaRPr>
            </a:p>
          </p:txBody>
        </p:sp>
        <p:sp>
          <p:nvSpPr>
            <p:cNvPr id="473" name="Google Shape;473;p47"/>
            <p:cNvSpPr txBox="1"/>
            <p:nvPr/>
          </p:nvSpPr>
          <p:spPr>
            <a:xfrm>
              <a:off x="2162100" y="3493250"/>
              <a:ext cx="1318800" cy="119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IBM Plex Sans"/>
                  <a:ea typeface="IBM Plex Sans"/>
                  <a:cs typeface="IBM Plex Sans"/>
                  <a:sym typeface="IBM Plex Sans"/>
                </a:rPr>
                <a:t>Fraud Pattern Analysis</a:t>
              </a:r>
              <a:endParaRPr b="1"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Analysed the fraud distribution among data types, compared fraud vs non fraud and identified imbalances in data.</a:t>
              </a:r>
              <a:endParaRPr sz="1200">
                <a:solidFill>
                  <a:schemeClr val="dk1"/>
                </a:solidFill>
                <a:latin typeface="IBM Plex Sans"/>
                <a:ea typeface="IBM Plex Sans"/>
                <a:cs typeface="IBM Plex Sans"/>
                <a:sym typeface="IBM Plex Sans"/>
              </a:endParaRPr>
            </a:p>
          </p:txBody>
        </p:sp>
        <p:sp>
          <p:nvSpPr>
            <p:cNvPr id="474" name="Google Shape;474;p47"/>
            <p:cNvSpPr txBox="1"/>
            <p:nvPr/>
          </p:nvSpPr>
          <p:spPr>
            <a:xfrm>
              <a:off x="3924350" y="3493250"/>
              <a:ext cx="1275900" cy="119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IBM Plex Sans"/>
                  <a:ea typeface="IBM Plex Sans"/>
                  <a:cs typeface="IBM Plex Sans"/>
                  <a:sym typeface="IBM Plex Sans"/>
                </a:rPr>
                <a:t>Behavioural Analysis</a:t>
              </a:r>
              <a:endParaRPr b="1"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Examined transaction distributions, balance changes before and after transactions</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Identified anomalies in fraudulent behavior</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p:txBody>
        </p:sp>
        <p:sp>
          <p:nvSpPr>
            <p:cNvPr id="475" name="Google Shape;475;p47"/>
            <p:cNvSpPr txBox="1"/>
            <p:nvPr/>
          </p:nvSpPr>
          <p:spPr>
            <a:xfrm>
              <a:off x="5613625" y="3493250"/>
              <a:ext cx="1318800" cy="119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IBM Plex Sans"/>
                  <a:ea typeface="IBM Plex Sans"/>
                  <a:cs typeface="IBM Plex Sans"/>
                  <a:sym typeface="IBM Plex Sans"/>
                </a:rPr>
                <a:t>Model Development</a:t>
              </a:r>
              <a:endParaRPr b="1"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Built Logistic Regression &amp; Random Forest models,</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trained on processed dataset,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then </a:t>
              </a:r>
              <a:r>
                <a:rPr lang="en" sz="1200">
                  <a:solidFill>
                    <a:schemeClr val="dk1"/>
                  </a:solidFill>
                  <a:latin typeface="IBM Plex Sans"/>
                  <a:ea typeface="IBM Plex Sans"/>
                  <a:cs typeface="IBM Plex Sans"/>
                  <a:sym typeface="IBM Plex Sans"/>
                </a:rPr>
                <a:t>evaluated</a:t>
              </a:r>
              <a:r>
                <a:rPr lang="en" sz="1200">
                  <a:solidFill>
                    <a:schemeClr val="dk1"/>
                  </a:solidFill>
                  <a:latin typeface="IBM Plex Sans"/>
                  <a:ea typeface="IBM Plex Sans"/>
                  <a:cs typeface="IBM Plex Sans"/>
                  <a:sym typeface="IBM Plex Sans"/>
                </a:rPr>
                <a:t> using precision, recall, F1-score</a:t>
              </a:r>
              <a:endParaRPr sz="1200">
                <a:solidFill>
                  <a:schemeClr val="dk1"/>
                </a:solidFill>
                <a:latin typeface="IBM Plex Sans"/>
                <a:ea typeface="IBM Plex Sans"/>
                <a:cs typeface="IBM Plex Sans"/>
                <a:sym typeface="IBM Plex Sans"/>
              </a:endParaRPr>
            </a:p>
            <a:p>
              <a:pPr indent="0" lvl="0" marL="0" rtl="0" algn="ctr">
                <a:spcBef>
                  <a:spcPts val="0"/>
                </a:spcBef>
                <a:spcAft>
                  <a:spcPts val="0"/>
                </a:spcAft>
                <a:buNone/>
              </a:pPr>
              <a:r>
                <a:t/>
              </a:r>
              <a:endParaRPr b="1" sz="1200">
                <a:solidFill>
                  <a:schemeClr val="dk1"/>
                </a:solidFill>
                <a:latin typeface="IBM Plex Sans"/>
                <a:ea typeface="IBM Plex Sans"/>
                <a:cs typeface="IBM Plex Sans"/>
                <a:sym typeface="IBM Plex Sans"/>
              </a:endParaRPr>
            </a:p>
          </p:txBody>
        </p:sp>
        <p:sp>
          <p:nvSpPr>
            <p:cNvPr id="476" name="Google Shape;476;p47"/>
            <p:cNvSpPr txBox="1"/>
            <p:nvPr/>
          </p:nvSpPr>
          <p:spPr>
            <a:xfrm>
              <a:off x="7390950" y="3493250"/>
              <a:ext cx="1275900" cy="11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 </a:t>
              </a:r>
              <a:r>
                <a:rPr lang="en" sz="1200">
                  <a:solidFill>
                    <a:schemeClr val="dk1"/>
                  </a:solidFill>
                  <a:latin typeface="IBM Plex Sans"/>
                  <a:ea typeface="IBM Plex Sans"/>
                  <a:cs typeface="IBM Plex Sans"/>
                  <a:sym typeface="IBM Plex Sans"/>
                </a:rPr>
                <a:t>Fraud mainly in TRANSFER &amp; CASH_OUT.</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-Higher amounts → higher fraud risk.</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-Abnormal balances indicate fraud</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ML models can detect fraud effectively</a:t>
              </a:r>
              <a:endParaRPr sz="1200">
                <a:solidFill>
                  <a:schemeClr val="dk1"/>
                </a:solidFill>
                <a:latin typeface="IBM Plex Sans"/>
                <a:ea typeface="IBM Plex Sans"/>
                <a:cs typeface="IBM Plex Sans"/>
                <a:sym typeface="IBM Plex Sans"/>
              </a:endParaRPr>
            </a:p>
            <a:p>
              <a:pPr indent="0" lvl="0" marL="0" rtl="0" algn="ctr">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ctr">
                <a:spcBef>
                  <a:spcPts val="0"/>
                </a:spcBef>
                <a:spcAft>
                  <a:spcPts val="0"/>
                </a:spcAft>
                <a:buNone/>
              </a:pPr>
              <a:r>
                <a:t/>
              </a:r>
              <a:endParaRPr sz="1000">
                <a:solidFill>
                  <a:schemeClr val="dk1"/>
                </a:solidFill>
                <a:latin typeface="IBM Plex Sans"/>
                <a:ea typeface="IBM Plex Sans"/>
                <a:cs typeface="IBM Plex Sans"/>
                <a:sym typeface="IBM Plex Sans"/>
              </a:endParaRPr>
            </a:p>
          </p:txBody>
        </p:sp>
        <p:sp>
          <p:nvSpPr>
            <p:cNvPr descr="A graph showing a process, with four steps, a conclusion, and an iterative back-and-forth between steps two and four. " id="477" name="Google Shape;477;p47"/>
            <p:cNvSpPr/>
            <p:nvPr/>
          </p:nvSpPr>
          <p:spPr>
            <a:xfrm>
              <a:off x="434100"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78" name="Google Shape;478;p47"/>
            <p:cNvSpPr/>
            <p:nvPr/>
          </p:nvSpPr>
          <p:spPr>
            <a:xfrm>
              <a:off x="2162113"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79" name="Google Shape;479;p47"/>
            <p:cNvSpPr/>
            <p:nvPr/>
          </p:nvSpPr>
          <p:spPr>
            <a:xfrm>
              <a:off x="3890125"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80" name="Google Shape;480;p47"/>
            <p:cNvSpPr/>
            <p:nvPr/>
          </p:nvSpPr>
          <p:spPr>
            <a:xfrm>
              <a:off x="5618138"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81" name="Google Shape;481;p47"/>
            <p:cNvSpPr/>
            <p:nvPr/>
          </p:nvSpPr>
          <p:spPr>
            <a:xfrm>
              <a:off x="7346150"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BM Plex Sans"/>
                <a:ea typeface="IBM Plex Sans"/>
                <a:cs typeface="IBM Plex Sans"/>
                <a:sym typeface="IBM Plex Sans"/>
              </a:endParaRPr>
            </a:p>
          </p:txBody>
        </p:sp>
        <p:sp>
          <p:nvSpPr>
            <p:cNvPr id="482" name="Google Shape;482;p47"/>
            <p:cNvSpPr txBox="1"/>
            <p:nvPr/>
          </p:nvSpPr>
          <p:spPr>
            <a:xfrm>
              <a:off x="434100" y="3001575"/>
              <a:ext cx="1318800" cy="2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accent1"/>
                  </a:solidFill>
                  <a:latin typeface="IBM Plex Sans Medium"/>
                  <a:ea typeface="IBM Plex Sans Medium"/>
                  <a:cs typeface="IBM Plex Sans Medium"/>
                  <a:sym typeface="IBM Plex Sans Medium"/>
                </a:rPr>
                <a:t>STEP 1</a:t>
              </a:r>
              <a:endParaRPr sz="800">
                <a:solidFill>
                  <a:schemeClr val="accent1"/>
                </a:solidFill>
                <a:latin typeface="IBM Plex Sans Medium"/>
                <a:ea typeface="IBM Plex Sans Medium"/>
                <a:cs typeface="IBM Plex Sans Medium"/>
                <a:sym typeface="IBM Plex Sans Medium"/>
              </a:endParaRPr>
            </a:p>
          </p:txBody>
        </p:sp>
        <p:sp>
          <p:nvSpPr>
            <p:cNvPr id="483" name="Google Shape;483;p47"/>
            <p:cNvSpPr txBox="1"/>
            <p:nvPr/>
          </p:nvSpPr>
          <p:spPr>
            <a:xfrm>
              <a:off x="2162113" y="3001575"/>
              <a:ext cx="1318800" cy="2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accent1"/>
                  </a:solidFill>
                  <a:latin typeface="IBM Plex Sans Medium"/>
                  <a:ea typeface="IBM Plex Sans Medium"/>
                  <a:cs typeface="IBM Plex Sans Medium"/>
                  <a:sym typeface="IBM Plex Sans Medium"/>
                </a:rPr>
                <a:t>STEP 2</a:t>
              </a:r>
              <a:endParaRPr sz="800">
                <a:solidFill>
                  <a:schemeClr val="accent1"/>
                </a:solidFill>
                <a:latin typeface="IBM Plex Sans Medium"/>
                <a:ea typeface="IBM Plex Sans Medium"/>
                <a:cs typeface="IBM Plex Sans Medium"/>
                <a:sym typeface="IBM Plex Sans Medium"/>
              </a:endParaRPr>
            </a:p>
          </p:txBody>
        </p:sp>
        <p:sp>
          <p:nvSpPr>
            <p:cNvPr id="484" name="Google Shape;484;p47"/>
            <p:cNvSpPr txBox="1"/>
            <p:nvPr/>
          </p:nvSpPr>
          <p:spPr>
            <a:xfrm>
              <a:off x="3890125" y="3001575"/>
              <a:ext cx="1318800" cy="2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accent1"/>
                  </a:solidFill>
                  <a:latin typeface="IBM Plex Sans Medium"/>
                  <a:ea typeface="IBM Plex Sans Medium"/>
                  <a:cs typeface="IBM Plex Sans Medium"/>
                  <a:sym typeface="IBM Plex Sans Medium"/>
                </a:rPr>
                <a:t>STEP 3</a:t>
              </a:r>
              <a:endParaRPr sz="800">
                <a:solidFill>
                  <a:schemeClr val="accent1"/>
                </a:solidFill>
                <a:latin typeface="IBM Plex Sans Medium"/>
                <a:ea typeface="IBM Plex Sans Medium"/>
                <a:cs typeface="IBM Plex Sans Medium"/>
                <a:sym typeface="IBM Plex Sans Medium"/>
              </a:endParaRPr>
            </a:p>
          </p:txBody>
        </p:sp>
        <p:sp>
          <p:nvSpPr>
            <p:cNvPr id="485" name="Google Shape;485;p47"/>
            <p:cNvSpPr txBox="1"/>
            <p:nvPr/>
          </p:nvSpPr>
          <p:spPr>
            <a:xfrm>
              <a:off x="5618138" y="3001575"/>
              <a:ext cx="1318800" cy="2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accent1"/>
                  </a:solidFill>
                  <a:latin typeface="IBM Plex Sans Medium"/>
                  <a:ea typeface="IBM Plex Sans Medium"/>
                  <a:cs typeface="IBM Plex Sans Medium"/>
                  <a:sym typeface="IBM Plex Sans Medium"/>
                </a:rPr>
                <a:t>STEP 4</a:t>
              </a:r>
              <a:endParaRPr sz="800">
                <a:solidFill>
                  <a:schemeClr val="accent1"/>
                </a:solidFill>
                <a:latin typeface="IBM Plex Sans Medium"/>
                <a:ea typeface="IBM Plex Sans Medium"/>
                <a:cs typeface="IBM Plex Sans Medium"/>
                <a:sym typeface="IBM Plex Sans Medium"/>
              </a:endParaRPr>
            </a:p>
          </p:txBody>
        </p:sp>
        <p:sp>
          <p:nvSpPr>
            <p:cNvPr id="486" name="Google Shape;486;p47"/>
            <p:cNvSpPr txBox="1"/>
            <p:nvPr/>
          </p:nvSpPr>
          <p:spPr>
            <a:xfrm>
              <a:off x="7346150" y="3001575"/>
              <a:ext cx="1318800" cy="28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accent1"/>
                  </a:solidFill>
                  <a:latin typeface="IBM Plex Sans Medium"/>
                  <a:ea typeface="IBM Plex Sans Medium"/>
                  <a:cs typeface="IBM Plex Sans Medium"/>
                  <a:sym typeface="IBM Plex Sans Medium"/>
                </a:rPr>
                <a:t>CONCLUSION</a:t>
              </a:r>
              <a:endParaRPr sz="800">
                <a:solidFill>
                  <a:schemeClr val="accent1"/>
                </a:solidFill>
                <a:latin typeface="IBM Plex Sans Medium"/>
                <a:ea typeface="IBM Plex Sans Medium"/>
                <a:cs typeface="IBM Plex Sans Medium"/>
                <a:sym typeface="IBM Plex Sans Medium"/>
              </a:endParaRPr>
            </a:p>
          </p:txBody>
        </p:sp>
        <p:cxnSp>
          <p:nvCxnSpPr>
            <p:cNvPr id="487" name="Google Shape;487;p47"/>
            <p:cNvCxnSpPr/>
            <p:nvPr/>
          </p:nvCxnSpPr>
          <p:spPr>
            <a:xfrm>
              <a:off x="1750375" y="3142500"/>
              <a:ext cx="409200" cy="0"/>
            </a:xfrm>
            <a:prstGeom prst="straightConnector1">
              <a:avLst/>
            </a:prstGeom>
            <a:noFill/>
            <a:ln cap="flat" cmpd="sng" w="9525">
              <a:solidFill>
                <a:schemeClr val="accent1"/>
              </a:solidFill>
              <a:prstDash val="solid"/>
              <a:round/>
              <a:headEnd len="med" w="med" type="none"/>
              <a:tailEnd len="med" w="med" type="triangle"/>
            </a:ln>
          </p:spPr>
        </p:cxnSp>
        <p:cxnSp>
          <p:nvCxnSpPr>
            <p:cNvPr id="488" name="Google Shape;488;p47"/>
            <p:cNvCxnSpPr/>
            <p:nvPr/>
          </p:nvCxnSpPr>
          <p:spPr>
            <a:xfrm>
              <a:off x="3480925" y="3142500"/>
              <a:ext cx="409200" cy="0"/>
            </a:xfrm>
            <a:prstGeom prst="straightConnector1">
              <a:avLst/>
            </a:prstGeom>
            <a:noFill/>
            <a:ln cap="flat" cmpd="sng" w="9525">
              <a:solidFill>
                <a:schemeClr val="accent1"/>
              </a:solidFill>
              <a:prstDash val="solid"/>
              <a:round/>
              <a:headEnd len="med" w="med" type="none"/>
              <a:tailEnd len="med" w="med" type="triangle"/>
            </a:ln>
          </p:spPr>
        </p:cxnSp>
        <p:cxnSp>
          <p:nvCxnSpPr>
            <p:cNvPr id="489" name="Google Shape;489;p47"/>
            <p:cNvCxnSpPr/>
            <p:nvPr/>
          </p:nvCxnSpPr>
          <p:spPr>
            <a:xfrm>
              <a:off x="5211475" y="3142500"/>
              <a:ext cx="409200" cy="0"/>
            </a:xfrm>
            <a:prstGeom prst="straightConnector1">
              <a:avLst/>
            </a:prstGeom>
            <a:noFill/>
            <a:ln cap="flat" cmpd="sng" w="9525">
              <a:solidFill>
                <a:schemeClr val="accent1"/>
              </a:solidFill>
              <a:prstDash val="solid"/>
              <a:round/>
              <a:headEnd len="med" w="med" type="none"/>
              <a:tailEnd len="med" w="med" type="triangle"/>
            </a:ln>
          </p:spPr>
        </p:cxnSp>
        <p:cxnSp>
          <p:nvCxnSpPr>
            <p:cNvPr id="490" name="Google Shape;490;p47"/>
            <p:cNvCxnSpPr/>
            <p:nvPr/>
          </p:nvCxnSpPr>
          <p:spPr>
            <a:xfrm>
              <a:off x="6942025" y="3142500"/>
              <a:ext cx="409200" cy="0"/>
            </a:xfrm>
            <a:prstGeom prst="straightConnector1">
              <a:avLst/>
            </a:prstGeom>
            <a:noFill/>
            <a:ln cap="flat" cmpd="sng" w="9525">
              <a:solidFill>
                <a:schemeClr val="accent1"/>
              </a:solidFill>
              <a:prstDash val="solid"/>
              <a:round/>
              <a:headEnd len="med" w="med" type="none"/>
              <a:tailEnd len="med" w="med" type="triangl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8"/>
          <p:cNvSpPr txBox="1"/>
          <p:nvPr>
            <p:ph idx="6" type="body"/>
          </p:nvPr>
        </p:nvSpPr>
        <p:spPr>
          <a:xfrm>
            <a:off x="59500" y="1643600"/>
            <a:ext cx="4193700" cy="311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solidFill>
                  <a:srgbClr val="000000"/>
                </a:solidFill>
                <a:latin typeface="Arial"/>
                <a:ea typeface="Arial"/>
                <a:cs typeface="Arial"/>
                <a:sym typeface="Arial"/>
              </a:rPr>
              <a:t>Analyzed class distribution (isFraud)</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Examined fraud across transaction types (type)</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Studied transaction amount patterns (amount)</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 sz="1400">
                <a:solidFill>
                  <a:srgbClr val="000000"/>
                </a:solidFill>
                <a:latin typeface="Arial"/>
                <a:ea typeface="Arial"/>
                <a:cs typeface="Arial"/>
                <a:sym typeface="Arial"/>
              </a:rPr>
              <a:t>Investigated balance changes:</a:t>
            </a:r>
            <a:endParaRPr sz="14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oldbalanceOrg → newbalanceOrig</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oldbalanceDest → newbalanceDest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400">
                <a:solidFill>
                  <a:srgbClr val="000000"/>
                </a:solidFill>
                <a:latin typeface="Arial"/>
                <a:ea typeface="Arial"/>
                <a:cs typeface="Arial"/>
                <a:sym typeface="Arial"/>
              </a:rPr>
              <a:t>Used visualizations:</a:t>
            </a:r>
            <a:endParaRPr sz="14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Count plots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Distribution plots</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Correlation analysis</a:t>
            </a:r>
            <a:endParaRPr sz="1400">
              <a:solidFill>
                <a:srgbClr val="000000"/>
              </a:solidFill>
              <a:latin typeface="Arial"/>
              <a:ea typeface="Arial"/>
              <a:cs typeface="Arial"/>
              <a:sym typeface="Arial"/>
            </a:endParaRPr>
          </a:p>
          <a:p>
            <a:pPr indent="0" lvl="0" marL="0" rtl="0" algn="l">
              <a:spcBef>
                <a:spcPts val="1200"/>
              </a:spcBef>
              <a:spcAft>
                <a:spcPts val="0"/>
              </a:spcAft>
              <a:buNone/>
            </a:pPr>
            <a:r>
              <a:t/>
            </a:r>
            <a:endParaRPr sz="1200"/>
          </a:p>
        </p:txBody>
      </p:sp>
      <p:sp>
        <p:nvSpPr>
          <p:cNvPr id="496" name="Google Shape;496;p48"/>
          <p:cNvSpPr txBox="1"/>
          <p:nvPr>
            <p:ph idx="1" type="subTitle"/>
          </p:nvPr>
        </p:nvSpPr>
        <p:spPr>
          <a:xfrm>
            <a:off x="59500" y="1101100"/>
            <a:ext cx="4193700" cy="45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1. EDA (</a:t>
            </a:r>
            <a:r>
              <a:rPr lang="en"/>
              <a:t>Exploratory</a:t>
            </a:r>
            <a:r>
              <a:rPr lang="en"/>
              <a:t> Data Analysis):</a:t>
            </a:r>
            <a:endParaRPr/>
          </a:p>
        </p:txBody>
      </p:sp>
      <p:sp>
        <p:nvSpPr>
          <p:cNvPr id="497" name="Google Shape;497;p48"/>
          <p:cNvSpPr txBox="1"/>
          <p:nvPr>
            <p:ph type="title"/>
          </p:nvPr>
        </p:nvSpPr>
        <p:spPr>
          <a:xfrm>
            <a:off x="436725" y="457200"/>
            <a:ext cx="8230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Methods Used For Analysis</a:t>
            </a:r>
            <a:endParaRPr/>
          </a:p>
        </p:txBody>
      </p:sp>
      <p:sp>
        <p:nvSpPr>
          <p:cNvPr id="498" name="Google Shape;498;p48"/>
          <p:cNvSpPr txBox="1"/>
          <p:nvPr>
            <p:ph idx="2" type="subTitle"/>
          </p:nvPr>
        </p:nvSpPr>
        <p:spPr>
          <a:xfrm>
            <a:off x="4525058" y="1101100"/>
            <a:ext cx="3315900" cy="452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2. Machine Learning:</a:t>
            </a:r>
            <a:endParaRPr/>
          </a:p>
        </p:txBody>
      </p:sp>
      <p:sp>
        <p:nvSpPr>
          <p:cNvPr id="499" name="Google Shape;499;p48"/>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500" name="Google Shape;500;p48"/>
          <p:cNvSpPr txBox="1"/>
          <p:nvPr>
            <p:ph idx="7" type="body"/>
          </p:nvPr>
        </p:nvSpPr>
        <p:spPr>
          <a:xfrm>
            <a:off x="4412050" y="1417000"/>
            <a:ext cx="4446300" cy="339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solidFill>
                  <a:srgbClr val="000000"/>
                </a:solidFill>
                <a:latin typeface="Arial"/>
                <a:ea typeface="Arial"/>
                <a:cs typeface="Arial"/>
                <a:sym typeface="Arial"/>
              </a:rPr>
              <a:t>Data preprocessing:</a:t>
            </a:r>
            <a:endParaRPr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Removed irrelevant features (nameOrig, nameDest)</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Encoded categorical variable (type)</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300">
                <a:solidFill>
                  <a:srgbClr val="000000"/>
                </a:solidFill>
                <a:latin typeface="Arial"/>
                <a:ea typeface="Arial"/>
                <a:cs typeface="Arial"/>
                <a:sym typeface="Arial"/>
              </a:rPr>
              <a:t>Train-test split applied</a:t>
            </a:r>
            <a:endParaRPr sz="1300">
              <a:solidFill>
                <a:srgbClr val="000000"/>
              </a:solidFill>
              <a:latin typeface="Arial"/>
              <a:ea typeface="Arial"/>
              <a:cs typeface="Arial"/>
              <a:sym typeface="Arial"/>
            </a:endParaRPr>
          </a:p>
          <a:p>
            <a:pPr indent="0" lvl="0" marL="0" rtl="0" algn="l">
              <a:spcBef>
                <a:spcPts val="0"/>
              </a:spcBef>
              <a:spcAft>
                <a:spcPts val="0"/>
              </a:spcAft>
              <a:buNone/>
            </a:pPr>
            <a:r>
              <a:rPr lang="en" sz="1300">
                <a:solidFill>
                  <a:srgbClr val="000000"/>
                </a:solidFill>
                <a:latin typeface="Arial"/>
                <a:ea typeface="Arial"/>
                <a:cs typeface="Arial"/>
                <a:sym typeface="Arial"/>
              </a:rPr>
              <a:t>Models used:</a:t>
            </a:r>
            <a:endParaRPr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Logistic Regression (baseline)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Random Forest (advanced model)</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300">
                <a:solidFill>
                  <a:srgbClr val="000000"/>
                </a:solidFill>
                <a:latin typeface="Arial"/>
                <a:ea typeface="Arial"/>
                <a:cs typeface="Arial"/>
                <a:sym typeface="Arial"/>
              </a:rPr>
              <a:t>Evaluation metrics:</a:t>
            </a:r>
            <a:endParaRPr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Precision</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Recall</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Accuracy</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Confusion Matrix</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XGBoost</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1300"/>
          </a:p>
        </p:txBody>
      </p:sp>
      <p:cxnSp>
        <p:nvCxnSpPr>
          <p:cNvPr id="501" name="Google Shape;501;p48"/>
          <p:cNvCxnSpPr/>
          <p:nvPr/>
        </p:nvCxnSpPr>
        <p:spPr>
          <a:xfrm>
            <a:off x="-262884" y="1101107"/>
            <a:ext cx="9166500" cy="0"/>
          </a:xfrm>
          <a:prstGeom prst="straightConnector1">
            <a:avLst/>
          </a:prstGeom>
          <a:noFill/>
          <a:ln cap="flat" cmpd="sng" w="9525">
            <a:solidFill>
              <a:schemeClr val="accent1"/>
            </a:solidFill>
            <a:prstDash val="solid"/>
            <a:round/>
            <a:headEnd len="med" w="med" type="none"/>
            <a:tailEnd len="med" w="med" type="none"/>
          </a:ln>
        </p:spPr>
      </p:cxnSp>
      <p:cxnSp>
        <p:nvCxnSpPr>
          <p:cNvPr id="502" name="Google Shape;502;p48"/>
          <p:cNvCxnSpPr/>
          <p:nvPr/>
        </p:nvCxnSpPr>
        <p:spPr>
          <a:xfrm flipH="1">
            <a:off x="4412038" y="1101100"/>
            <a:ext cx="1200" cy="40311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9"/>
          <p:cNvSpPr txBox="1"/>
          <p:nvPr>
            <p:ph type="title"/>
          </p:nvPr>
        </p:nvSpPr>
        <p:spPr>
          <a:xfrm>
            <a:off x="218275" y="160025"/>
            <a:ext cx="8230200" cy="985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200"/>
              <a:t>What patterns distinguish fraudulent transactions?</a:t>
            </a:r>
            <a:endParaRPr sz="3200"/>
          </a:p>
        </p:txBody>
      </p:sp>
      <p:sp>
        <p:nvSpPr>
          <p:cNvPr id="508" name="Google Shape;508;p49"/>
          <p:cNvSpPr txBox="1"/>
          <p:nvPr/>
        </p:nvSpPr>
        <p:spPr>
          <a:xfrm>
            <a:off x="0" y="1291575"/>
            <a:ext cx="3829200" cy="371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t>EDA Findings:</a:t>
            </a:r>
            <a:endParaRPr b="1" sz="1300"/>
          </a:p>
          <a:p>
            <a:pPr indent="-311150" lvl="0" marL="457200" rtl="0" algn="l">
              <a:lnSpc>
                <a:spcPct val="115000"/>
              </a:lnSpc>
              <a:spcBef>
                <a:spcPts val="1200"/>
              </a:spcBef>
              <a:spcAft>
                <a:spcPts val="0"/>
              </a:spcAft>
              <a:buSzPts val="1300"/>
              <a:buChar char="●"/>
            </a:pPr>
            <a:r>
              <a:rPr lang="en" sz="1300"/>
              <a:t>Fraud transactions have significantly higher amounts</a:t>
            </a:r>
            <a:endParaRPr sz="1300"/>
          </a:p>
          <a:p>
            <a:pPr indent="-311150" lvl="0" marL="457200" rtl="0" algn="l">
              <a:lnSpc>
                <a:spcPct val="115000"/>
              </a:lnSpc>
              <a:spcBef>
                <a:spcPts val="0"/>
              </a:spcBef>
              <a:spcAft>
                <a:spcPts val="0"/>
              </a:spcAft>
              <a:buSzPts val="1300"/>
              <a:buChar char="●"/>
            </a:pPr>
            <a:r>
              <a:rPr lang="en" sz="1300"/>
              <a:t>Median fraud amount ≈ 441,423 vs non-fraud ≈ 74,685</a:t>
            </a:r>
            <a:endParaRPr sz="1300"/>
          </a:p>
          <a:p>
            <a:pPr indent="-311150" lvl="0" marL="457200" rtl="0" algn="l">
              <a:lnSpc>
                <a:spcPct val="115000"/>
              </a:lnSpc>
              <a:spcBef>
                <a:spcPts val="0"/>
              </a:spcBef>
              <a:spcAft>
                <a:spcPts val="0"/>
              </a:spcAft>
              <a:buSzPts val="1300"/>
              <a:buChar char="●"/>
            </a:pPr>
            <a:r>
              <a:rPr lang="en" sz="1300"/>
              <a:t>Clear separation in distribution between fraud and legitimate transactions</a:t>
            </a:r>
            <a:endParaRPr sz="1300"/>
          </a:p>
          <a:p>
            <a:pPr indent="0" lvl="0" marL="0" rtl="0" algn="l">
              <a:lnSpc>
                <a:spcPct val="115000"/>
              </a:lnSpc>
              <a:spcBef>
                <a:spcPts val="1800"/>
              </a:spcBef>
              <a:spcAft>
                <a:spcPts val="0"/>
              </a:spcAft>
              <a:buNone/>
            </a:pPr>
            <a:r>
              <a:rPr b="1" lang="en" sz="1300"/>
              <a:t>Graph Insight:</a:t>
            </a:r>
            <a:endParaRPr b="1" sz="1300"/>
          </a:p>
          <a:p>
            <a:pPr indent="-311150" lvl="0" marL="457200" rtl="0" algn="l">
              <a:lnSpc>
                <a:spcPct val="115000"/>
              </a:lnSpc>
              <a:spcBef>
                <a:spcPts val="1200"/>
              </a:spcBef>
              <a:spcAft>
                <a:spcPts val="0"/>
              </a:spcAft>
              <a:buSzPts val="1300"/>
              <a:buChar char="●"/>
            </a:pPr>
            <a:r>
              <a:rPr lang="en" sz="1300"/>
              <a:t>Left plot shows overall distribution of transaction amounts (log scale)</a:t>
            </a:r>
            <a:endParaRPr sz="1300"/>
          </a:p>
          <a:p>
            <a:pPr indent="-311150" lvl="0" marL="457200" rtl="0" algn="l">
              <a:lnSpc>
                <a:spcPct val="115000"/>
              </a:lnSpc>
              <a:spcBef>
                <a:spcPts val="0"/>
              </a:spcBef>
              <a:spcAft>
                <a:spcPts val="0"/>
              </a:spcAft>
              <a:buSzPts val="1300"/>
              <a:buChar char="●"/>
            </a:pPr>
            <a:r>
              <a:rPr lang="en" sz="1300"/>
              <a:t>Right plot compares fraud vs non-fraud using a boxplot</a:t>
            </a:r>
            <a:endParaRPr sz="1300"/>
          </a:p>
          <a:p>
            <a:pPr indent="-311150" lvl="0" marL="457200" rtl="0" algn="l">
              <a:lnSpc>
                <a:spcPct val="115000"/>
              </a:lnSpc>
              <a:spcBef>
                <a:spcPts val="0"/>
              </a:spcBef>
              <a:spcAft>
                <a:spcPts val="0"/>
              </a:spcAft>
              <a:buSzPts val="1300"/>
              <a:buChar char="●"/>
            </a:pPr>
            <a:r>
              <a:rPr lang="en" sz="1300"/>
              <a:t>Fraud distribution is shifted higher, indicating larger transaction values</a:t>
            </a:r>
            <a:endParaRPr sz="1300"/>
          </a:p>
          <a:p>
            <a:pPr indent="0" lvl="0" marL="0" rtl="0" algn="l">
              <a:lnSpc>
                <a:spcPct val="115000"/>
              </a:lnSpc>
              <a:spcBef>
                <a:spcPts val="1200"/>
              </a:spcBef>
              <a:spcAft>
                <a:spcPts val="0"/>
              </a:spcAft>
              <a:buNone/>
            </a:pPr>
            <a:r>
              <a:t/>
            </a:r>
            <a:endParaRPr sz="1300"/>
          </a:p>
          <a:p>
            <a:pPr indent="0" lvl="0" marL="457200" rtl="0" algn="l">
              <a:lnSpc>
                <a:spcPct val="115000"/>
              </a:lnSpc>
              <a:spcBef>
                <a:spcPts val="1200"/>
              </a:spcBef>
              <a:spcAft>
                <a:spcPts val="0"/>
              </a:spcAft>
              <a:buNone/>
            </a:pPr>
            <a:r>
              <a:t/>
            </a:r>
            <a:endParaRPr sz="1600"/>
          </a:p>
          <a:p>
            <a:pPr indent="0" lvl="0" marL="0" rtl="0" algn="l">
              <a:spcBef>
                <a:spcPts val="1200"/>
              </a:spcBef>
              <a:spcAft>
                <a:spcPts val="0"/>
              </a:spcAft>
              <a:buNone/>
            </a:pPr>
            <a:r>
              <a:t/>
            </a:r>
            <a:endParaRPr sz="1000">
              <a:solidFill>
                <a:schemeClr val="dk1"/>
              </a:solidFill>
              <a:latin typeface="IBM Plex Sans"/>
              <a:ea typeface="IBM Plex Sans"/>
              <a:cs typeface="IBM Plex Sans"/>
              <a:sym typeface="IBM Plex Sans"/>
            </a:endParaRPr>
          </a:p>
        </p:txBody>
      </p:sp>
      <p:pic>
        <p:nvPicPr>
          <p:cNvPr id="509" name="Google Shape;509;p49" title="Screenshot 2026-04-29 at 8.32.31 PM.png"/>
          <p:cNvPicPr preferRelativeResize="0"/>
          <p:nvPr/>
        </p:nvPicPr>
        <p:blipFill>
          <a:blip r:embed="rId3">
            <a:alphaModFix/>
          </a:blip>
          <a:stretch>
            <a:fillRect/>
          </a:stretch>
        </p:blipFill>
        <p:spPr>
          <a:xfrm>
            <a:off x="3829050" y="1297625"/>
            <a:ext cx="5162552" cy="33086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0"/>
          <p:cNvSpPr txBox="1"/>
          <p:nvPr>
            <p:ph type="title"/>
          </p:nvPr>
        </p:nvSpPr>
        <p:spPr>
          <a:xfrm>
            <a:off x="456900" y="228600"/>
            <a:ext cx="82302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Which transaction types are most associated with fraud?</a:t>
            </a:r>
            <a:endParaRPr/>
          </a:p>
        </p:txBody>
      </p:sp>
      <p:sp>
        <p:nvSpPr>
          <p:cNvPr id="515" name="Google Shape;515;p50"/>
          <p:cNvSpPr txBox="1"/>
          <p:nvPr>
            <p:ph idx="6" type="body"/>
          </p:nvPr>
        </p:nvSpPr>
        <p:spPr>
          <a:xfrm>
            <a:off x="125700" y="1336800"/>
            <a:ext cx="3684300" cy="32778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EDA Findings:</a:t>
            </a:r>
            <a:endParaRPr b="1"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Fraud occurs only in:</a:t>
            </a:r>
            <a:endParaRPr sz="1300">
              <a:solidFill>
                <a:srgbClr val="000000"/>
              </a:solidFill>
              <a:latin typeface="Arial"/>
              <a:ea typeface="Arial"/>
              <a:cs typeface="Arial"/>
              <a:sym typeface="Arial"/>
            </a:endParaRPr>
          </a:p>
          <a:p>
            <a:pPr indent="-311150" lvl="1" marL="9144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TRANSFER</a:t>
            </a:r>
            <a:endParaRPr sz="1300">
              <a:solidFill>
                <a:srgbClr val="000000"/>
              </a:solidFill>
              <a:latin typeface="Arial"/>
              <a:ea typeface="Arial"/>
              <a:cs typeface="Arial"/>
              <a:sym typeface="Arial"/>
            </a:endParaRPr>
          </a:p>
          <a:p>
            <a:pPr indent="-311150" lvl="1" marL="9144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CASH_OUT</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TRANSFER has the highest fraud rate (~0.77%)</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CASH_OUT has lower fraud rate (~0.18%)</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000000"/>
                </a:solidFill>
                <a:latin typeface="Arial"/>
                <a:ea typeface="Arial"/>
                <a:cs typeface="Arial"/>
                <a:sym typeface="Arial"/>
              </a:rPr>
              <a:t>Graph Insight:</a:t>
            </a:r>
            <a:endParaRPr b="1" sz="1300">
              <a:solidFill>
                <a:srgbClr val="000000"/>
              </a:solidFill>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Left chart shows total fraud cases by type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Right chart shows fraud rate% relative to total transactions</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Although counts are similar, TRANSFER is riskier when normalized</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sz="1600">
              <a:latin typeface="Arial"/>
              <a:ea typeface="Arial"/>
              <a:cs typeface="Arial"/>
              <a:sym typeface="Arial"/>
            </a:endParaRPr>
          </a:p>
        </p:txBody>
      </p:sp>
      <p:pic>
        <p:nvPicPr>
          <p:cNvPr id="516" name="Google Shape;516;p50" title="Screenshot 2026-04-29 at 8.28.46 PM.png"/>
          <p:cNvPicPr preferRelativeResize="0"/>
          <p:nvPr/>
        </p:nvPicPr>
        <p:blipFill>
          <a:blip r:embed="rId3">
            <a:alphaModFix/>
          </a:blip>
          <a:stretch>
            <a:fillRect/>
          </a:stretch>
        </p:blipFill>
        <p:spPr>
          <a:xfrm>
            <a:off x="3810000" y="1336800"/>
            <a:ext cx="5254001" cy="34866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1"/>
          <p:cNvSpPr txBox="1"/>
          <p:nvPr>
            <p:ph type="title"/>
          </p:nvPr>
        </p:nvSpPr>
        <p:spPr>
          <a:xfrm>
            <a:off x="58800" y="85850"/>
            <a:ext cx="8230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Do balance discrepancies indicate fraudulent activity?</a:t>
            </a:r>
            <a:endParaRPr sz="3000"/>
          </a:p>
        </p:txBody>
      </p:sp>
      <p:sp>
        <p:nvSpPr>
          <p:cNvPr id="522" name="Google Shape;522;p51"/>
          <p:cNvSpPr txBox="1"/>
          <p:nvPr>
            <p:ph idx="6" type="body"/>
          </p:nvPr>
        </p:nvSpPr>
        <p:spPr>
          <a:xfrm>
            <a:off x="50550" y="1046100"/>
            <a:ext cx="3841800" cy="16986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200">
                <a:solidFill>
                  <a:srgbClr val="000000"/>
                </a:solidFill>
                <a:latin typeface="Arial"/>
                <a:ea typeface="Arial"/>
                <a:cs typeface="Arial"/>
                <a:sym typeface="Arial"/>
              </a:rPr>
              <a:t>EDA Findings:</a:t>
            </a:r>
            <a:endParaRPr b="1" sz="1200">
              <a:solidFill>
                <a:srgbClr val="000000"/>
              </a:solidFill>
              <a:latin typeface="Arial"/>
              <a:ea typeface="Arial"/>
              <a:cs typeface="Arial"/>
              <a:sym typeface="Arial"/>
            </a:endParaRPr>
          </a:p>
          <a:p>
            <a:pPr indent="-304800" lvl="0" marL="457200" rtl="0" algn="l">
              <a:lnSpc>
                <a:spcPct val="115000"/>
              </a:lnSpc>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Fraud transactions show significant balance discrepancies</a:t>
            </a:r>
            <a:endParaRPr sz="1200">
              <a:solidFill>
                <a:srgbClr val="000000"/>
              </a:solidFill>
              <a:latin typeface="Arial"/>
              <a:ea typeface="Arial"/>
              <a:cs typeface="Arial"/>
              <a:sym typeface="Arial"/>
            </a:endParaRPr>
          </a:p>
          <a:p>
            <a:pPr indent="-304800" lvl="0" marL="4572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Errors observed in both:</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Origin balance</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Destination balance</a:t>
            </a:r>
            <a:endParaRPr sz="12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rPr b="1" lang="en" sz="1200">
                <a:solidFill>
                  <a:srgbClr val="000000"/>
                </a:solidFill>
                <a:latin typeface="Arial"/>
                <a:ea typeface="Arial"/>
                <a:cs typeface="Arial"/>
                <a:sym typeface="Arial"/>
              </a:rPr>
              <a:t>Graph Insight:</a:t>
            </a:r>
            <a:endParaRPr b="1" sz="1200">
              <a:solidFill>
                <a:srgbClr val="000000"/>
              </a:solidFill>
              <a:latin typeface="Arial"/>
              <a:ea typeface="Arial"/>
              <a:cs typeface="Arial"/>
              <a:sym typeface="Arial"/>
            </a:endParaRPr>
          </a:p>
          <a:p>
            <a:pPr indent="-304800" lvl="0" marL="457200" rtl="0" algn="l">
              <a:lnSpc>
                <a:spcPct val="115000"/>
              </a:lnSpc>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Left plot shows origin balance error</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Fraud transactions exhibit distinct patterns (many values near zero)</a:t>
            </a:r>
            <a:endParaRPr sz="1200">
              <a:solidFill>
                <a:srgbClr val="000000"/>
              </a:solidFill>
              <a:latin typeface="Arial"/>
              <a:ea typeface="Arial"/>
              <a:cs typeface="Arial"/>
              <a:sym typeface="Arial"/>
            </a:endParaRPr>
          </a:p>
          <a:p>
            <a:pPr indent="-304800" lvl="0" marL="4572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Right plot shows destination balance error</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Fraud transactions have higher variability and larger discrepancies</a:t>
            </a:r>
            <a:endParaRPr sz="1200">
              <a:solidFill>
                <a:srgbClr val="000000"/>
              </a:solidFill>
              <a:latin typeface="Arial"/>
              <a:ea typeface="Arial"/>
              <a:cs typeface="Arial"/>
              <a:sym typeface="Arial"/>
            </a:endParaRPr>
          </a:p>
          <a:p>
            <a:pPr indent="-304800" lvl="0" marL="4572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Clear difference b/w fraud and non-fraud distributions</a:t>
            </a:r>
            <a:endParaRPr sz="12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pic>
        <p:nvPicPr>
          <p:cNvPr id="523" name="Google Shape;523;p51" title="Screenshot 2026-04-29 at 8.45.36 PM.png"/>
          <p:cNvPicPr preferRelativeResize="0"/>
          <p:nvPr/>
        </p:nvPicPr>
        <p:blipFill>
          <a:blip r:embed="rId3">
            <a:alphaModFix/>
          </a:blip>
          <a:stretch>
            <a:fillRect/>
          </a:stretch>
        </p:blipFill>
        <p:spPr>
          <a:xfrm>
            <a:off x="3892350" y="1469900"/>
            <a:ext cx="5251651" cy="2422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2"/>
          <p:cNvSpPr txBox="1"/>
          <p:nvPr>
            <p:ph type="title"/>
          </p:nvPr>
        </p:nvSpPr>
        <p:spPr>
          <a:xfrm>
            <a:off x="131000" y="228600"/>
            <a:ext cx="8230200" cy="992700"/>
          </a:xfrm>
          <a:prstGeom prst="rect">
            <a:avLst/>
          </a:prstGeom>
        </p:spPr>
        <p:txBody>
          <a:bodyPr anchorCtr="0" anchor="t" bIns="0" lIns="0" spcFirstLastPara="1" rIns="0" wrap="square" tIns="0">
            <a:spAutoFit/>
          </a:bodyPr>
          <a:lstStyle/>
          <a:p>
            <a:pPr indent="0" lvl="0" marL="457200" rtl="0" algn="l">
              <a:lnSpc>
                <a:spcPct val="115000"/>
              </a:lnSpc>
              <a:spcBef>
                <a:spcPts val="1200"/>
              </a:spcBef>
              <a:spcAft>
                <a:spcPts val="1200"/>
              </a:spcAft>
              <a:buNone/>
            </a:pPr>
            <a:r>
              <a:rPr lang="en" sz="3000">
                <a:latin typeface="Arial"/>
                <a:ea typeface="Arial"/>
                <a:cs typeface="Arial"/>
                <a:sym typeface="Arial"/>
              </a:rPr>
              <a:t>Can we build an accurate ML model for fraud detection?</a:t>
            </a:r>
            <a:endParaRPr sz="3700">
              <a:latin typeface="Arial"/>
              <a:ea typeface="Arial"/>
              <a:cs typeface="Arial"/>
              <a:sym typeface="Arial"/>
            </a:endParaRPr>
          </a:p>
        </p:txBody>
      </p:sp>
      <p:sp>
        <p:nvSpPr>
          <p:cNvPr id="529" name="Google Shape;529;p52"/>
          <p:cNvSpPr txBox="1"/>
          <p:nvPr>
            <p:ph idx="6" type="body"/>
          </p:nvPr>
        </p:nvSpPr>
        <p:spPr>
          <a:xfrm>
            <a:off x="131000" y="1328800"/>
            <a:ext cx="4949100" cy="358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latin typeface="Arial"/>
                <a:ea typeface="Arial"/>
                <a:cs typeface="Arial"/>
                <a:sym typeface="Arial"/>
              </a:rPr>
              <a:t>Model Used:</a:t>
            </a:r>
            <a:r>
              <a:rPr lang="en" sz="1300">
                <a:latin typeface="Arial"/>
                <a:ea typeface="Arial"/>
                <a:cs typeface="Arial"/>
                <a:sym typeface="Arial"/>
              </a:rPr>
              <a:t> Logistic Regression</a:t>
            </a:r>
            <a:endParaRPr sz="1300">
              <a:latin typeface="Arial"/>
              <a:ea typeface="Arial"/>
              <a:cs typeface="Arial"/>
              <a:sym typeface="Arial"/>
            </a:endParaRPr>
          </a:p>
          <a:p>
            <a:pPr indent="0" lvl="0" marL="0" rtl="0" algn="l">
              <a:spcBef>
                <a:spcPts val="0"/>
              </a:spcBef>
              <a:spcAft>
                <a:spcPts val="0"/>
              </a:spcAft>
              <a:buNone/>
            </a:pPr>
            <a:r>
              <a:rPr b="1" lang="en" sz="1300">
                <a:latin typeface="Arial"/>
                <a:ea typeface="Arial"/>
                <a:cs typeface="Arial"/>
                <a:sym typeface="Arial"/>
              </a:rPr>
              <a:t>Method:</a:t>
            </a:r>
            <a:r>
              <a:rPr lang="en" sz="1300">
                <a:latin typeface="Arial"/>
                <a:ea typeface="Arial"/>
                <a:cs typeface="Arial"/>
                <a:sym typeface="Arial"/>
              </a:rPr>
              <a:t> Classification_Report</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Trained a Logistic Regression model after preparing data:</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Selected features:</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	-Transaction Type</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	-Amount</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	-Balance Variable</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Target variable: isFraud (0/1)</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Split the data into test and train sets and used a classification_report.</a:t>
            </a:r>
            <a:endParaRPr sz="1300">
              <a:latin typeface="Arial"/>
              <a:ea typeface="Arial"/>
              <a:cs typeface="Arial"/>
              <a:sym typeface="Arial"/>
            </a:endParaRPr>
          </a:p>
          <a:p>
            <a:pPr indent="0" lvl="0" marL="0" rtl="0" algn="l">
              <a:spcBef>
                <a:spcPts val="0"/>
              </a:spcBef>
              <a:spcAft>
                <a:spcPts val="0"/>
              </a:spcAft>
              <a:buNone/>
            </a:pPr>
            <a:r>
              <a:rPr lang="en" sz="1300">
                <a:latin typeface="Arial"/>
                <a:ea typeface="Arial"/>
                <a:cs typeface="Arial"/>
                <a:sym typeface="Arial"/>
              </a:rPr>
              <a:t>Results were:</a:t>
            </a:r>
            <a:endParaRPr sz="1300">
              <a:latin typeface="Arial"/>
              <a:ea typeface="Arial"/>
              <a:cs typeface="Arial"/>
              <a:sym typeface="Arial"/>
            </a:endParaRPr>
          </a:p>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Model achieves high accuracy (</a:t>
            </a:r>
            <a:r>
              <a:rPr b="1" lang="en" sz="1300">
                <a:solidFill>
                  <a:srgbClr val="000000"/>
                </a:solidFill>
                <a:latin typeface="Arial"/>
                <a:ea typeface="Arial"/>
                <a:cs typeface="Arial"/>
                <a:sym typeface="Arial"/>
              </a:rPr>
              <a:t>91%</a:t>
            </a:r>
            <a:r>
              <a:rPr lang="en" sz="1300">
                <a:solidFill>
                  <a:srgbClr val="000000"/>
                </a:solidFill>
                <a:latin typeface="Arial"/>
                <a:ea typeface="Arial"/>
                <a:cs typeface="Arial"/>
                <a:sym typeface="Arial"/>
              </a:rPr>
              <a:t>) due to class imbalance</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Detects all fraud cases (</a:t>
            </a:r>
            <a:r>
              <a:rPr b="1" lang="en" sz="1300">
                <a:solidFill>
                  <a:srgbClr val="000000"/>
                </a:solidFill>
                <a:latin typeface="Arial"/>
                <a:ea typeface="Arial"/>
                <a:cs typeface="Arial"/>
                <a:sym typeface="Arial"/>
              </a:rPr>
              <a:t>Recall = 100%</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However, very low precision (</a:t>
            </a:r>
            <a:r>
              <a:rPr b="1" lang="en" sz="1300">
                <a:solidFill>
                  <a:srgbClr val="000000"/>
                </a:solidFill>
                <a:latin typeface="Arial"/>
                <a:ea typeface="Arial"/>
                <a:cs typeface="Arial"/>
                <a:sym typeface="Arial"/>
              </a:rPr>
              <a:t>1%</a:t>
            </a:r>
            <a:r>
              <a:rPr lang="en" sz="1300">
                <a:solidFill>
                  <a:srgbClr val="000000"/>
                </a:solidFill>
                <a:latin typeface="Arial"/>
                <a:ea typeface="Arial"/>
                <a:cs typeface="Arial"/>
                <a:sym typeface="Arial"/>
              </a:rPr>
              <a:t>) indicates many false positives</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F1-score for fraud is low, showing imbalance in performance</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1300">
              <a:solidFill>
                <a:srgbClr val="000000"/>
              </a:solidFill>
              <a:latin typeface="Arial"/>
              <a:ea typeface="Arial"/>
              <a:cs typeface="Arial"/>
              <a:sym typeface="Arial"/>
            </a:endParaRPr>
          </a:p>
          <a:p>
            <a:pPr indent="0" lvl="0" marL="0" rtl="0" algn="l">
              <a:spcBef>
                <a:spcPts val="0"/>
              </a:spcBef>
              <a:spcAft>
                <a:spcPts val="0"/>
              </a:spcAft>
              <a:buNone/>
            </a:pPr>
            <a:r>
              <a:t/>
            </a:r>
            <a:endParaRPr b="1" sz="1300">
              <a:solidFill>
                <a:srgbClr val="000000"/>
              </a:solidFill>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sz="1300">
              <a:latin typeface="Arial"/>
              <a:ea typeface="Arial"/>
              <a:cs typeface="Arial"/>
              <a:sym typeface="Arial"/>
            </a:endParaRPr>
          </a:p>
        </p:txBody>
      </p:sp>
      <p:pic>
        <p:nvPicPr>
          <p:cNvPr id="530" name="Google Shape;530;p52" title="Screenshot 2026-04-29 at 9.06.29 PM.png"/>
          <p:cNvPicPr preferRelativeResize="0"/>
          <p:nvPr/>
        </p:nvPicPr>
        <p:blipFill>
          <a:blip r:embed="rId3">
            <a:alphaModFix/>
          </a:blip>
          <a:stretch>
            <a:fillRect/>
          </a:stretch>
        </p:blipFill>
        <p:spPr>
          <a:xfrm>
            <a:off x="4738975" y="1107425"/>
            <a:ext cx="4405025" cy="2536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3"/>
          <p:cNvSpPr txBox="1"/>
          <p:nvPr>
            <p:ph type="title"/>
          </p:nvPr>
        </p:nvSpPr>
        <p:spPr>
          <a:xfrm>
            <a:off x="72200" y="125400"/>
            <a:ext cx="8230200" cy="1770000"/>
          </a:xfrm>
          <a:prstGeom prst="rect">
            <a:avLst/>
          </a:prstGeom>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 sz="3000">
                <a:solidFill>
                  <a:srgbClr val="000000"/>
                </a:solidFill>
                <a:latin typeface="Arial"/>
                <a:ea typeface="Arial"/>
                <a:cs typeface="Arial"/>
                <a:sym typeface="Arial"/>
              </a:rPr>
              <a:t>What features contribute most to fraud detection?</a:t>
            </a:r>
            <a:endParaRPr b="1" sz="30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536" name="Google Shape;536;p53"/>
          <p:cNvSpPr txBox="1"/>
          <p:nvPr>
            <p:ph idx="7" type="body"/>
          </p:nvPr>
        </p:nvSpPr>
        <p:spPr>
          <a:xfrm>
            <a:off x="72200" y="1128900"/>
            <a:ext cx="4137600" cy="386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t>Model Used: </a:t>
            </a:r>
            <a:endParaRPr b="1" sz="1300"/>
          </a:p>
          <a:p>
            <a:pPr indent="0" lvl="0" marL="0" rtl="0" algn="l">
              <a:spcBef>
                <a:spcPts val="0"/>
              </a:spcBef>
              <a:spcAft>
                <a:spcPts val="0"/>
              </a:spcAft>
              <a:buNone/>
            </a:pPr>
            <a:r>
              <a:rPr lang="en" sz="1300"/>
              <a:t>XGBoost</a:t>
            </a:r>
            <a:endParaRPr sz="1300"/>
          </a:p>
          <a:p>
            <a:pPr indent="0" lvl="0" marL="0" rtl="0" algn="l">
              <a:spcBef>
                <a:spcPts val="0"/>
              </a:spcBef>
              <a:spcAft>
                <a:spcPts val="0"/>
              </a:spcAft>
              <a:buNone/>
            </a:pPr>
            <a:r>
              <a:rPr b="1" lang="en" sz="1300"/>
              <a:t>Method:</a:t>
            </a:r>
            <a:endParaRPr b="1" sz="1300"/>
          </a:p>
          <a:p>
            <a:pPr indent="0" lvl="0" marL="0" rtl="0" algn="l">
              <a:spcBef>
                <a:spcPts val="0"/>
              </a:spcBef>
              <a:spcAft>
                <a:spcPts val="0"/>
              </a:spcAft>
              <a:buNone/>
            </a:pPr>
            <a:r>
              <a:rPr lang="en" sz="1300">
                <a:solidFill>
                  <a:srgbClr val="000000"/>
                </a:solidFill>
                <a:latin typeface="Arial"/>
                <a:ea typeface="Arial"/>
                <a:cs typeface="Arial"/>
                <a:sym typeface="Arial"/>
              </a:rPr>
              <a:t>trained an XGBoost model on our dataset, then extracted feature importance scores from the trained model, which show how much each variable contributes to predicting fraud. These scores were then visualized in the graph.</a:t>
            </a:r>
            <a:endParaRPr sz="1300">
              <a:solidFill>
                <a:srgbClr val="000000"/>
              </a:solidFill>
              <a:latin typeface="Arial"/>
              <a:ea typeface="Arial"/>
              <a:cs typeface="Arial"/>
              <a:sym typeface="Arial"/>
            </a:endParaRPr>
          </a:p>
          <a:p>
            <a:pPr indent="0" lvl="0" marL="0" rtl="0" algn="l">
              <a:spcBef>
                <a:spcPts val="0"/>
              </a:spcBef>
              <a:spcAft>
                <a:spcPts val="0"/>
              </a:spcAft>
              <a:buNone/>
            </a:pPr>
            <a:r>
              <a:rPr b="1" lang="en" sz="1300">
                <a:solidFill>
                  <a:srgbClr val="000000"/>
                </a:solidFill>
                <a:latin typeface="Arial"/>
                <a:ea typeface="Arial"/>
                <a:cs typeface="Arial"/>
                <a:sym typeface="Arial"/>
              </a:rPr>
              <a:t>Technical Insight:</a:t>
            </a:r>
            <a:endParaRPr b="1"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Model relies heavily on transaction type encoding</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Merchant indicator variable is a strong predictor</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Balance-based features capture transaction consistency</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Char char="-"/>
            </a:pPr>
            <a:r>
              <a:rPr lang="en" sz="1300">
                <a:solidFill>
                  <a:srgbClr val="000000"/>
                </a:solidFill>
                <a:latin typeface="Arial"/>
                <a:ea typeface="Arial"/>
                <a:cs typeface="Arial"/>
                <a:sym typeface="Arial"/>
              </a:rPr>
              <a:t>Lower importance for type_PAYMENT and type_DEBIT</a:t>
            </a:r>
            <a:endParaRPr sz="1300">
              <a:solidFill>
                <a:srgbClr val="000000"/>
              </a:solidFill>
              <a:latin typeface="Arial"/>
              <a:ea typeface="Arial"/>
              <a:cs typeface="Arial"/>
              <a:sym typeface="Arial"/>
            </a:endParaRPr>
          </a:p>
          <a:p>
            <a:pPr indent="0" lvl="0" marL="0" rtl="0" algn="l">
              <a:spcBef>
                <a:spcPts val="0"/>
              </a:spcBef>
              <a:spcAft>
                <a:spcPts val="0"/>
              </a:spcAft>
              <a:buNone/>
            </a:pPr>
            <a:r>
              <a:rPr lang="en" sz="1300">
                <a:solidFill>
                  <a:srgbClr val="000000"/>
                </a:solidFill>
                <a:latin typeface="Arial"/>
                <a:ea typeface="Arial"/>
                <a:cs typeface="Arial"/>
                <a:sym typeface="Arial"/>
              </a:rPr>
              <a:t>I</a:t>
            </a:r>
            <a:r>
              <a:rPr b="1" lang="en" sz="1300">
                <a:solidFill>
                  <a:srgbClr val="000000"/>
                </a:solidFill>
                <a:latin typeface="Arial"/>
                <a:ea typeface="Arial"/>
                <a:cs typeface="Arial"/>
                <a:sym typeface="Arial"/>
              </a:rPr>
              <a:t>nterpretation:</a:t>
            </a:r>
            <a:endParaRPr b="1"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Transaction type is strongest factor in predicting fraud</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Merchant transactions are highly influential (engineered feature)</a:t>
            </a:r>
            <a:endParaRPr sz="1300">
              <a:solidFill>
                <a:srgbClr val="000000"/>
              </a:solidFill>
              <a:latin typeface="Arial"/>
              <a:ea typeface="Arial"/>
              <a:cs typeface="Arial"/>
              <a:sym typeface="Arial"/>
            </a:endParaRPr>
          </a:p>
          <a:p>
            <a:pPr indent="0" lvl="0" marL="0" rtl="0" algn="l">
              <a:spcBef>
                <a:spcPts val="0"/>
              </a:spcBef>
              <a:spcAft>
                <a:spcPts val="0"/>
              </a:spcAft>
              <a:buNone/>
            </a:pPr>
            <a:r>
              <a:t/>
            </a:r>
            <a:endParaRPr sz="13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b="1" sz="1300">
              <a:solidFill>
                <a:srgbClr val="000000"/>
              </a:solidFill>
              <a:latin typeface="Arial"/>
              <a:ea typeface="Arial"/>
              <a:cs typeface="Arial"/>
              <a:sym typeface="Arial"/>
            </a:endParaRPr>
          </a:p>
          <a:p>
            <a:pPr indent="0" lvl="0" marL="0" rtl="0" algn="l">
              <a:spcBef>
                <a:spcPts val="0"/>
              </a:spcBef>
              <a:spcAft>
                <a:spcPts val="0"/>
              </a:spcAft>
              <a:buNone/>
            </a:pPr>
            <a:r>
              <a:t/>
            </a:r>
            <a:endParaRPr sz="1300">
              <a:solidFill>
                <a:srgbClr val="000000"/>
              </a:solidFill>
              <a:latin typeface="Arial"/>
              <a:ea typeface="Arial"/>
              <a:cs typeface="Arial"/>
              <a:sym typeface="Arial"/>
            </a:endParaRPr>
          </a:p>
        </p:txBody>
      </p:sp>
      <p:pic>
        <p:nvPicPr>
          <p:cNvPr id="537" name="Google Shape;537;p53" title="Screenshot 2026-04-29 at 9.34.59 PM.png"/>
          <p:cNvPicPr preferRelativeResize="0"/>
          <p:nvPr/>
        </p:nvPicPr>
        <p:blipFill>
          <a:blip r:embed="rId3">
            <a:alphaModFix/>
          </a:blip>
          <a:stretch>
            <a:fillRect/>
          </a:stretch>
        </p:blipFill>
        <p:spPr>
          <a:xfrm>
            <a:off x="4209800" y="1048275"/>
            <a:ext cx="4762526" cy="3361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4"/>
          <p:cNvSpPr txBox="1"/>
          <p:nvPr>
            <p:ph type="title"/>
          </p:nvPr>
        </p:nvSpPr>
        <p:spPr>
          <a:xfrm>
            <a:off x="436725" y="457200"/>
            <a:ext cx="82302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Conclusion</a:t>
            </a:r>
            <a:endParaRPr/>
          </a:p>
        </p:txBody>
      </p:sp>
      <p:sp>
        <p:nvSpPr>
          <p:cNvPr id="543" name="Google Shape;543;p54"/>
          <p:cNvSpPr txBox="1"/>
          <p:nvPr/>
        </p:nvSpPr>
        <p:spPr>
          <a:xfrm>
            <a:off x="321150" y="1011300"/>
            <a:ext cx="8407800" cy="38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t>Key Findings:</a:t>
            </a:r>
            <a:endParaRPr b="1" sz="1500"/>
          </a:p>
          <a:p>
            <a:pPr indent="-323850" lvl="0" marL="457200" rtl="0" algn="l">
              <a:spcBef>
                <a:spcPts val="0"/>
              </a:spcBef>
              <a:spcAft>
                <a:spcPts val="0"/>
              </a:spcAft>
              <a:buSzPts val="1500"/>
              <a:buChar char="-"/>
            </a:pPr>
            <a:r>
              <a:rPr lang="en" sz="1500"/>
              <a:t>Fraud is concentrated in specific transaction types (TRANSFER, CASH_OUT)</a:t>
            </a:r>
            <a:endParaRPr sz="1500"/>
          </a:p>
          <a:p>
            <a:pPr indent="-323850" lvl="0" marL="457200" rtl="0" algn="l">
              <a:spcBef>
                <a:spcPts val="0"/>
              </a:spcBef>
              <a:spcAft>
                <a:spcPts val="0"/>
              </a:spcAft>
              <a:buSzPts val="1500"/>
              <a:buChar char="-"/>
            </a:pPr>
            <a:r>
              <a:rPr lang="en" sz="1500"/>
              <a:t>Fraudulent transactions involve higher amounts</a:t>
            </a:r>
            <a:endParaRPr sz="1500"/>
          </a:p>
          <a:p>
            <a:pPr indent="-323850" lvl="0" marL="457200" rtl="0" algn="l">
              <a:spcBef>
                <a:spcPts val="0"/>
              </a:spcBef>
              <a:spcAft>
                <a:spcPts val="0"/>
              </a:spcAft>
              <a:buSzPts val="1500"/>
              <a:buChar char="-"/>
            </a:pPr>
            <a:r>
              <a:rPr lang="en" sz="1500"/>
              <a:t>Fraud violates expected balance consistency patterns</a:t>
            </a:r>
            <a:endParaRPr sz="1500"/>
          </a:p>
          <a:p>
            <a:pPr indent="0" lvl="0" marL="0" rtl="0" algn="l">
              <a:spcBef>
                <a:spcPts val="0"/>
              </a:spcBef>
              <a:spcAft>
                <a:spcPts val="0"/>
              </a:spcAft>
              <a:buNone/>
            </a:pPr>
            <a:r>
              <a:rPr b="1" lang="en" sz="1500"/>
              <a:t>Machine Learning Insights:</a:t>
            </a:r>
            <a:endParaRPr b="1" sz="1500"/>
          </a:p>
          <a:p>
            <a:pPr indent="-323850" lvl="0" marL="457200" rtl="0" algn="l">
              <a:spcBef>
                <a:spcPts val="0"/>
              </a:spcBef>
              <a:spcAft>
                <a:spcPts val="0"/>
              </a:spcAft>
              <a:buSzPts val="1500"/>
              <a:buChar char="-"/>
            </a:pPr>
            <a:r>
              <a:rPr lang="en" sz="1500"/>
              <a:t>Models can effectively detect fraud patterns</a:t>
            </a:r>
            <a:endParaRPr sz="1500"/>
          </a:p>
          <a:p>
            <a:pPr indent="-304800" lvl="0" marL="457200" rtl="0" algn="l">
              <a:lnSpc>
                <a:spcPct val="115000"/>
              </a:lnSpc>
              <a:spcBef>
                <a:spcPts val="0"/>
              </a:spcBef>
              <a:spcAft>
                <a:spcPts val="0"/>
              </a:spcAft>
              <a:buSzPts val="1200"/>
              <a:buChar char="-"/>
            </a:pPr>
            <a:r>
              <a:rPr lang="en" sz="1500"/>
              <a:t>High recall ensures fraud cases are identified</a:t>
            </a:r>
            <a:endParaRPr sz="1500"/>
          </a:p>
          <a:p>
            <a:pPr indent="-304800" lvl="0" marL="457200" rtl="0" algn="l">
              <a:lnSpc>
                <a:spcPct val="115000"/>
              </a:lnSpc>
              <a:spcBef>
                <a:spcPts val="0"/>
              </a:spcBef>
              <a:spcAft>
                <a:spcPts val="0"/>
              </a:spcAft>
              <a:buSzPts val="1200"/>
              <a:buChar char="-"/>
            </a:pPr>
            <a:r>
              <a:rPr lang="en" sz="1500"/>
              <a:t>Feature importance confirms:</a:t>
            </a:r>
            <a:endParaRPr sz="1500"/>
          </a:p>
          <a:p>
            <a:pPr indent="-304800" lvl="1" marL="914400" rtl="0" algn="l">
              <a:lnSpc>
                <a:spcPct val="115000"/>
              </a:lnSpc>
              <a:spcBef>
                <a:spcPts val="0"/>
              </a:spcBef>
              <a:spcAft>
                <a:spcPts val="0"/>
              </a:spcAft>
              <a:buSzPts val="1200"/>
              <a:buChar char="-"/>
            </a:pPr>
            <a:r>
              <a:rPr lang="en" sz="1500"/>
              <a:t>Transaction type</a:t>
            </a:r>
            <a:endParaRPr sz="1500"/>
          </a:p>
          <a:p>
            <a:pPr indent="-304800" lvl="1" marL="914400" rtl="0" algn="l">
              <a:lnSpc>
                <a:spcPct val="115000"/>
              </a:lnSpc>
              <a:spcBef>
                <a:spcPts val="0"/>
              </a:spcBef>
              <a:spcAft>
                <a:spcPts val="0"/>
              </a:spcAft>
              <a:buSzPts val="1200"/>
              <a:buChar char="-"/>
            </a:pPr>
            <a:r>
              <a:rPr lang="en" sz="1500"/>
              <a:t>Merchant behavior</a:t>
            </a:r>
            <a:endParaRPr sz="1500"/>
          </a:p>
          <a:p>
            <a:pPr indent="-304800" lvl="1" marL="914400" rtl="0" algn="l">
              <a:lnSpc>
                <a:spcPct val="115000"/>
              </a:lnSpc>
              <a:spcBef>
                <a:spcPts val="0"/>
              </a:spcBef>
              <a:spcAft>
                <a:spcPts val="0"/>
              </a:spcAft>
              <a:buSzPts val="1200"/>
              <a:buChar char="-"/>
            </a:pPr>
            <a:r>
              <a:rPr lang="en" sz="1500"/>
              <a:t>Balance variables are critical</a:t>
            </a:r>
            <a:endParaRPr sz="1500"/>
          </a:p>
          <a:p>
            <a:pPr indent="0" lvl="0" marL="0" rtl="0" algn="l">
              <a:spcBef>
                <a:spcPts val="1200"/>
              </a:spcBef>
              <a:spcAft>
                <a:spcPts val="0"/>
              </a:spcAft>
              <a:buNone/>
            </a:pPr>
            <a:r>
              <a:rPr lang="en" sz="1500"/>
              <a:t>Fraud detection can be effectively achieved using a combination of transaction behavior, amount, and balance, with machine learning models using these </a:t>
            </a:r>
            <a:r>
              <a:rPr lang="en" sz="1500"/>
              <a:t>features to make accurate predictions. The analysis can be used to make the transaction systems more secure by realising the loopholes fraudsters use and where do they use them (i.e specific transaction types, amounts etc)</a:t>
            </a:r>
            <a:endParaRPr sz="1500"/>
          </a:p>
          <a:p>
            <a:pPr indent="0" lvl="0" marL="45720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mpetitive Analysis">
  <a:themeElements>
    <a:clrScheme name="Simple Light">
      <a:dk1>
        <a:srgbClr val="F1F5F8"/>
      </a:dk1>
      <a:lt1>
        <a:srgbClr val="49070E"/>
      </a:lt1>
      <a:dk2>
        <a:srgbClr val="F8E4DC"/>
      </a:dk2>
      <a:lt2>
        <a:srgbClr val="F2631F"/>
      </a:lt2>
      <a:accent1>
        <a:srgbClr val="FFC490"/>
      </a:accent1>
      <a:accent2>
        <a:srgbClr val="913700"/>
      </a:accent2>
      <a:accent3>
        <a:srgbClr val="EACFC3"/>
      </a:accent3>
      <a:accent4>
        <a:srgbClr val="AB3F23"/>
      </a:accent4>
      <a:accent5>
        <a:srgbClr val="681227"/>
      </a:accent5>
      <a:accent6>
        <a:srgbClr val="EE732D"/>
      </a:accent6>
      <a:hlink>
        <a:srgbClr val="C25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